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323" r:id="rId3"/>
    <p:sldId id="324" r:id="rId4"/>
    <p:sldId id="325" r:id="rId5"/>
    <p:sldId id="321" r:id="rId6"/>
    <p:sldId id="335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20" r:id="rId15"/>
    <p:sldId id="267" r:id="rId16"/>
    <p:sldId id="341" r:id="rId17"/>
    <p:sldId id="334" r:id="rId18"/>
    <p:sldId id="336" r:id="rId19"/>
    <p:sldId id="338" r:id="rId20"/>
    <p:sldId id="339" r:id="rId21"/>
    <p:sldId id="340" r:id="rId22"/>
    <p:sldId id="309" r:id="rId23"/>
    <p:sldId id="310" r:id="rId24"/>
    <p:sldId id="311" r:id="rId25"/>
    <p:sldId id="306" r:id="rId26"/>
    <p:sldId id="312" r:id="rId27"/>
    <p:sldId id="328" r:id="rId28"/>
    <p:sldId id="317" r:id="rId29"/>
    <p:sldId id="333" r:id="rId30"/>
    <p:sldId id="318" r:id="rId31"/>
    <p:sldId id="326" r:id="rId32"/>
    <p:sldId id="319" r:id="rId33"/>
    <p:sldId id="329" r:id="rId34"/>
    <p:sldId id="331" r:id="rId35"/>
    <p:sldId id="332" r:id="rId36"/>
  </p:sldIdLst>
  <p:sldSz cx="16256000" cy="9144000"/>
  <p:notesSz cx="9144000" cy="16256000"/>
  <p:embeddedFontLst>
    <p:embeddedFont>
      <p:font typeface="Bookman Old Style" panose="02050604050505020204" pitchFamily="18" charset="0"/>
      <p:regular r:id="rId38"/>
      <p:bold r:id="rId39"/>
      <p:italic r:id="rId40"/>
      <p:boldItalic r:id="rId41"/>
    </p:embeddedFont>
    <p:embeddedFont>
      <p:font typeface="Quattrocento Sans" panose="020B0502050000020003" pitchFamily="34" charset="0"/>
      <p:regular r:id="rId42"/>
      <p:bold r:id="rId43"/>
      <p:italic r:id="rId44"/>
      <p:boldItalic r:id="rId45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0E0E"/>
    <a:srgbClr val="D1B3B3"/>
    <a:srgbClr val="8B1A1A"/>
    <a:srgbClr val="633806"/>
    <a:srgbClr val="3C3489"/>
    <a:srgbClr val="085041"/>
    <a:srgbClr val="0C447C"/>
    <a:srgbClr val="F17FE1"/>
    <a:srgbClr val="F3B7EF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98CE-F96B-A0E6-C210-7EB8E6335B20}" v="77" dt="2026-05-23T06:13:10.290"/>
    <p1510:client id="{455CB5F5-DE9A-4ECC-BAB6-01DE7BAEF8D0}" v="636" dt="2026-05-23T23:56:53.107"/>
    <p1510:client id="{46A7E0D1-FC03-BD4B-A3FE-393099F7ED96}" v="334" dt="2026-05-23T16:58:15.830"/>
    <p1510:client id="{5CDBA3CE-329C-0BEE-8550-E67CC3D2B559}" v="143" dt="2026-05-23T23:08:22.527"/>
    <p1510:client id="{5EB8E054-E77A-4739-33D9-C56D2628E6AF}" v="449" dt="2026-05-24T00:07:12.611"/>
    <p1510:client id="{982BF4E3-F5C2-42D2-A28B-C683DD4C2AD4}" v="334" dt="2026-05-23T23:41:59.278"/>
    <p1510:client id="{AA92AF3A-D935-9483-4C80-8E24807AB578}" v="214" dt="2026-05-23T14:52:05.411"/>
    <p1510:client id="{CAB74978-4FCE-4376-B566-A98C765083C6}" v="1955" dt="2026-05-23T22:08:21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2D5F90-1F27-4EA3-BCE4-C4B33CF6B08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B95073A5-F42B-431D-BAC9-66FD9B1AF89A}">
      <dgm:prSet phldrT="[Texto]" phldr="0"/>
      <dgm:spPr>
        <a:solidFill>
          <a:schemeClr val="bg2">
            <a:lumMod val="75000"/>
          </a:schemeClr>
        </a:solidFill>
      </dgm:spPr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PE" b="1"/>
            <a:t>Descubrir </a:t>
          </a:r>
          <a:r>
            <a:rPr lang="es-PE" b="1" err="1"/>
            <a:t>IPs</a:t>
          </a:r>
          <a:endParaRPr lang="es-PE" b="1"/>
        </a:p>
      </dgm:t>
    </dgm:pt>
    <dgm:pt modelId="{35B1C98B-FD7C-462B-A000-D7B0ED0416AE}" type="parTrans" cxnId="{64501C01-D652-4D39-ADFB-1BB5F26971D2}">
      <dgm:prSet/>
      <dgm:spPr/>
      <dgm:t>
        <a:bodyPr/>
        <a:lstStyle/>
        <a:p>
          <a:endParaRPr lang="es-PE"/>
        </a:p>
      </dgm:t>
    </dgm:pt>
    <dgm:pt modelId="{60941B9D-AC3B-4E82-A8BE-5FA0913E65DF}" type="sibTrans" cxnId="{64501C01-D652-4D39-ADFB-1BB5F26971D2}">
      <dgm:prSet/>
      <dgm:spPr/>
      <dgm:t>
        <a:bodyPr/>
        <a:lstStyle/>
        <a:p>
          <a:endParaRPr lang="es-PE"/>
        </a:p>
      </dgm:t>
    </dgm:pt>
    <dgm:pt modelId="{50F1C722-9ECD-41CB-ACD6-CE0ECC151FE5}">
      <dgm:prSet phldrT="[Texto]" phldr="0"/>
      <dgm:spPr>
        <a:solidFill>
          <a:srgbClr val="0C447C"/>
        </a:solidFill>
      </dgm:spPr>
      <dgm:t>
        <a:bodyPr/>
        <a:lstStyle/>
        <a:p>
          <a:r>
            <a:rPr lang="es-PE" b="1"/>
            <a:t>core/ssh.py</a:t>
          </a:r>
        </a:p>
        <a:p>
          <a:r>
            <a:rPr lang="es-PE" err="1"/>
            <a:t>Paramiko</a:t>
          </a:r>
          <a:endParaRPr lang="es-PE"/>
        </a:p>
      </dgm:t>
    </dgm:pt>
    <dgm:pt modelId="{A93F78F8-0FB1-4B20-8261-6E812EE13552}" type="parTrans" cxnId="{A0D914AC-9E20-46E3-B9B7-6F754205C2AE}">
      <dgm:prSet/>
      <dgm:spPr/>
      <dgm:t>
        <a:bodyPr/>
        <a:lstStyle/>
        <a:p>
          <a:endParaRPr lang="es-PE"/>
        </a:p>
      </dgm:t>
    </dgm:pt>
    <dgm:pt modelId="{DE22AB05-B1F3-4945-8E21-5E7FF59D472F}" type="sibTrans" cxnId="{A0D914AC-9E20-46E3-B9B7-6F754205C2AE}">
      <dgm:prSet/>
      <dgm:spPr/>
      <dgm:t>
        <a:bodyPr/>
        <a:lstStyle/>
        <a:p>
          <a:endParaRPr lang="es-PE"/>
        </a:p>
      </dgm:t>
    </dgm:pt>
    <dgm:pt modelId="{4AB0EEB5-7F67-4F56-AD39-E2ADF0777062}">
      <dgm:prSet/>
      <dgm:spPr>
        <a:solidFill>
          <a:srgbClr val="3C3489"/>
        </a:solidFill>
      </dgm:spPr>
      <dgm:t>
        <a:bodyPr/>
        <a:lstStyle/>
        <a:p>
          <a:r>
            <a:rPr lang="es-PE"/>
            <a:t>9 </a:t>
          </a:r>
          <a:r>
            <a:rPr lang="es-PE" err="1"/>
            <a:t>checks</a:t>
          </a:r>
          <a:endParaRPr lang="es-PE"/>
        </a:p>
        <a:p>
          <a:r>
            <a:rPr lang="es-PE"/>
            <a:t>Show + </a:t>
          </a:r>
          <a:r>
            <a:rPr lang="es-PE" err="1"/>
            <a:t>parsing</a:t>
          </a:r>
          <a:r>
            <a:rPr lang="es-PE"/>
            <a:t> </a:t>
          </a:r>
        </a:p>
      </dgm:t>
    </dgm:pt>
    <dgm:pt modelId="{6B1545CE-0F31-435A-B66F-09294277831C}" type="parTrans" cxnId="{A1E6D0E3-0F6A-495A-AEE0-E563485A00AC}">
      <dgm:prSet/>
      <dgm:spPr/>
      <dgm:t>
        <a:bodyPr/>
        <a:lstStyle/>
        <a:p>
          <a:endParaRPr lang="es-PE"/>
        </a:p>
      </dgm:t>
    </dgm:pt>
    <dgm:pt modelId="{348DF576-A42C-404E-A792-D7A1F6A82BF1}" type="sibTrans" cxnId="{A1E6D0E3-0F6A-495A-AEE0-E563485A00AC}">
      <dgm:prSet/>
      <dgm:spPr/>
      <dgm:t>
        <a:bodyPr/>
        <a:lstStyle/>
        <a:p>
          <a:endParaRPr lang="es-PE"/>
        </a:p>
      </dgm:t>
    </dgm:pt>
    <dgm:pt modelId="{3F6D47CB-2BA0-44F3-A904-2D7DAB062331}">
      <dgm:prSet/>
      <dgm:spPr>
        <a:solidFill>
          <a:srgbClr val="633806"/>
        </a:solidFill>
      </dgm:spPr>
      <dgm:t>
        <a:bodyPr/>
        <a:lstStyle/>
        <a:p>
          <a:r>
            <a:rPr lang="es-PE" b="1"/>
            <a:t>Reporte</a:t>
          </a:r>
        </a:p>
        <a:p>
          <a:r>
            <a:rPr lang="es-PE"/>
            <a:t>Ok/</a:t>
          </a:r>
          <a:r>
            <a:rPr lang="es-PE" err="1"/>
            <a:t>fail</a:t>
          </a:r>
          <a:endParaRPr lang="es-PE"/>
        </a:p>
      </dgm:t>
    </dgm:pt>
    <dgm:pt modelId="{76EE2DE6-D613-424A-8578-C23A00E64F6D}" type="parTrans" cxnId="{63A13E15-ADA6-45FF-9B7C-9479F995F0AB}">
      <dgm:prSet/>
      <dgm:spPr/>
      <dgm:t>
        <a:bodyPr/>
        <a:lstStyle/>
        <a:p>
          <a:endParaRPr lang="es-PE"/>
        </a:p>
      </dgm:t>
    </dgm:pt>
    <dgm:pt modelId="{0AA618F6-EDD6-4551-84A6-78C60C5DD644}" type="sibTrans" cxnId="{63A13E15-ADA6-45FF-9B7C-9479F995F0AB}">
      <dgm:prSet/>
      <dgm:spPr/>
      <dgm:t>
        <a:bodyPr/>
        <a:lstStyle/>
        <a:p>
          <a:endParaRPr lang="es-PE"/>
        </a:p>
      </dgm:t>
    </dgm:pt>
    <dgm:pt modelId="{7ED92BDE-175B-4FB1-AD2F-8F43ACF139BD}" type="pres">
      <dgm:prSet presAssocID="{A72D5F90-1F27-4EA3-BCE4-C4B33CF6B08B}" presName="Name0" presStyleCnt="0">
        <dgm:presLayoutVars>
          <dgm:dir/>
          <dgm:resizeHandles val="exact"/>
        </dgm:presLayoutVars>
      </dgm:prSet>
      <dgm:spPr/>
    </dgm:pt>
    <dgm:pt modelId="{80F11839-FEC4-4BAB-9A95-50D3BFC71C65}" type="pres">
      <dgm:prSet presAssocID="{B95073A5-F42B-431D-BAC9-66FD9B1AF89A}" presName="node" presStyleLbl="node1" presStyleIdx="0" presStyleCnt="4">
        <dgm:presLayoutVars>
          <dgm:bulletEnabled val="1"/>
        </dgm:presLayoutVars>
      </dgm:prSet>
      <dgm:spPr/>
    </dgm:pt>
    <dgm:pt modelId="{B35B21DE-CA4B-4B4C-92FE-B064773F53E4}" type="pres">
      <dgm:prSet presAssocID="{60941B9D-AC3B-4E82-A8BE-5FA0913E65DF}" presName="sibTrans" presStyleLbl="sibTrans2D1" presStyleIdx="0" presStyleCnt="3"/>
      <dgm:spPr/>
    </dgm:pt>
    <dgm:pt modelId="{44B81D17-FDA4-428F-A33F-C35560385D00}" type="pres">
      <dgm:prSet presAssocID="{60941B9D-AC3B-4E82-A8BE-5FA0913E65DF}" presName="connectorText" presStyleLbl="sibTrans2D1" presStyleIdx="0" presStyleCnt="3"/>
      <dgm:spPr/>
    </dgm:pt>
    <dgm:pt modelId="{FCD7EBAD-B091-4749-9129-2CD2710A832F}" type="pres">
      <dgm:prSet presAssocID="{50F1C722-9ECD-41CB-ACD6-CE0ECC151FE5}" presName="node" presStyleLbl="node1" presStyleIdx="1" presStyleCnt="4">
        <dgm:presLayoutVars>
          <dgm:bulletEnabled val="1"/>
        </dgm:presLayoutVars>
      </dgm:prSet>
      <dgm:spPr/>
    </dgm:pt>
    <dgm:pt modelId="{973ED874-0F50-4BAA-BD10-B93248A21685}" type="pres">
      <dgm:prSet presAssocID="{DE22AB05-B1F3-4945-8E21-5E7FF59D472F}" presName="sibTrans" presStyleLbl="sibTrans2D1" presStyleIdx="1" presStyleCnt="3"/>
      <dgm:spPr/>
    </dgm:pt>
    <dgm:pt modelId="{91B42231-785E-47A0-B531-54851411CE3D}" type="pres">
      <dgm:prSet presAssocID="{DE22AB05-B1F3-4945-8E21-5E7FF59D472F}" presName="connectorText" presStyleLbl="sibTrans2D1" presStyleIdx="1" presStyleCnt="3"/>
      <dgm:spPr/>
    </dgm:pt>
    <dgm:pt modelId="{571A3828-A348-4F49-B50A-BC3C8769B63D}" type="pres">
      <dgm:prSet presAssocID="{4AB0EEB5-7F67-4F56-AD39-E2ADF0777062}" presName="node" presStyleLbl="node1" presStyleIdx="2" presStyleCnt="4">
        <dgm:presLayoutVars>
          <dgm:bulletEnabled val="1"/>
        </dgm:presLayoutVars>
      </dgm:prSet>
      <dgm:spPr/>
    </dgm:pt>
    <dgm:pt modelId="{53F20DD9-3DEB-44ED-91BB-902C21E9632F}" type="pres">
      <dgm:prSet presAssocID="{348DF576-A42C-404E-A792-D7A1F6A82BF1}" presName="sibTrans" presStyleLbl="sibTrans2D1" presStyleIdx="2" presStyleCnt="3"/>
      <dgm:spPr/>
    </dgm:pt>
    <dgm:pt modelId="{A06A4049-70B3-4120-992D-EEEC228F9238}" type="pres">
      <dgm:prSet presAssocID="{348DF576-A42C-404E-A792-D7A1F6A82BF1}" presName="connectorText" presStyleLbl="sibTrans2D1" presStyleIdx="2" presStyleCnt="3"/>
      <dgm:spPr/>
    </dgm:pt>
    <dgm:pt modelId="{FD2E94F0-01AB-49B5-B3A9-885E3D17ABF4}" type="pres">
      <dgm:prSet presAssocID="{3F6D47CB-2BA0-44F3-A904-2D7DAB062331}" presName="node" presStyleLbl="node1" presStyleIdx="3" presStyleCnt="4">
        <dgm:presLayoutVars>
          <dgm:bulletEnabled val="1"/>
        </dgm:presLayoutVars>
      </dgm:prSet>
      <dgm:spPr/>
    </dgm:pt>
  </dgm:ptLst>
  <dgm:cxnLst>
    <dgm:cxn modelId="{64501C01-D652-4D39-ADFB-1BB5F26971D2}" srcId="{A72D5F90-1F27-4EA3-BCE4-C4B33CF6B08B}" destId="{B95073A5-F42B-431D-BAC9-66FD9B1AF89A}" srcOrd="0" destOrd="0" parTransId="{35B1C98B-FD7C-462B-A000-D7B0ED0416AE}" sibTransId="{60941B9D-AC3B-4E82-A8BE-5FA0913E65DF}"/>
    <dgm:cxn modelId="{63A13E15-ADA6-45FF-9B7C-9479F995F0AB}" srcId="{A72D5F90-1F27-4EA3-BCE4-C4B33CF6B08B}" destId="{3F6D47CB-2BA0-44F3-A904-2D7DAB062331}" srcOrd="3" destOrd="0" parTransId="{76EE2DE6-D613-424A-8578-C23A00E64F6D}" sibTransId="{0AA618F6-EDD6-4551-84A6-78C60C5DD644}"/>
    <dgm:cxn modelId="{B8970C18-EBC3-4D6C-ABB2-2EA7D93A0CDE}" type="presOf" srcId="{348DF576-A42C-404E-A792-D7A1F6A82BF1}" destId="{A06A4049-70B3-4120-992D-EEEC228F9238}" srcOrd="1" destOrd="0" presId="urn:microsoft.com/office/officeart/2005/8/layout/process1"/>
    <dgm:cxn modelId="{F3B3D219-EA1A-4642-90DD-DCE2059881A4}" type="presOf" srcId="{DE22AB05-B1F3-4945-8E21-5E7FF59D472F}" destId="{973ED874-0F50-4BAA-BD10-B93248A21685}" srcOrd="0" destOrd="0" presId="urn:microsoft.com/office/officeart/2005/8/layout/process1"/>
    <dgm:cxn modelId="{BA77E139-CE29-4701-B13B-F801EE401620}" type="presOf" srcId="{60941B9D-AC3B-4E82-A8BE-5FA0913E65DF}" destId="{44B81D17-FDA4-428F-A33F-C35560385D00}" srcOrd="1" destOrd="0" presId="urn:microsoft.com/office/officeart/2005/8/layout/process1"/>
    <dgm:cxn modelId="{2369EA5B-244E-4D71-8E18-F4FCC5580FBE}" type="presOf" srcId="{DE22AB05-B1F3-4945-8E21-5E7FF59D472F}" destId="{91B42231-785E-47A0-B531-54851411CE3D}" srcOrd="1" destOrd="0" presId="urn:microsoft.com/office/officeart/2005/8/layout/process1"/>
    <dgm:cxn modelId="{784BEA6A-F7BD-4A10-B148-50054AE90ACD}" type="presOf" srcId="{B95073A5-F42B-431D-BAC9-66FD9B1AF89A}" destId="{80F11839-FEC4-4BAB-9A95-50D3BFC71C65}" srcOrd="0" destOrd="0" presId="urn:microsoft.com/office/officeart/2005/8/layout/process1"/>
    <dgm:cxn modelId="{F56C0087-6B58-4B82-945D-7A9A47CBC321}" type="presOf" srcId="{50F1C722-9ECD-41CB-ACD6-CE0ECC151FE5}" destId="{FCD7EBAD-B091-4749-9129-2CD2710A832F}" srcOrd="0" destOrd="0" presId="urn:microsoft.com/office/officeart/2005/8/layout/process1"/>
    <dgm:cxn modelId="{5D66719C-B958-4573-9AE4-B7E31633D230}" type="presOf" srcId="{348DF576-A42C-404E-A792-D7A1F6A82BF1}" destId="{53F20DD9-3DEB-44ED-91BB-902C21E9632F}" srcOrd="0" destOrd="0" presId="urn:microsoft.com/office/officeart/2005/8/layout/process1"/>
    <dgm:cxn modelId="{302803A4-9531-416F-A318-FD0C96EA04ED}" type="presOf" srcId="{4AB0EEB5-7F67-4F56-AD39-E2ADF0777062}" destId="{571A3828-A348-4F49-B50A-BC3C8769B63D}" srcOrd="0" destOrd="0" presId="urn:microsoft.com/office/officeart/2005/8/layout/process1"/>
    <dgm:cxn modelId="{A0D914AC-9E20-46E3-B9B7-6F754205C2AE}" srcId="{A72D5F90-1F27-4EA3-BCE4-C4B33CF6B08B}" destId="{50F1C722-9ECD-41CB-ACD6-CE0ECC151FE5}" srcOrd="1" destOrd="0" parTransId="{A93F78F8-0FB1-4B20-8261-6E812EE13552}" sibTransId="{DE22AB05-B1F3-4945-8E21-5E7FF59D472F}"/>
    <dgm:cxn modelId="{B5558BBC-B769-4B08-AF1E-652F9F2B7725}" type="presOf" srcId="{60941B9D-AC3B-4E82-A8BE-5FA0913E65DF}" destId="{B35B21DE-CA4B-4B4C-92FE-B064773F53E4}" srcOrd="0" destOrd="0" presId="urn:microsoft.com/office/officeart/2005/8/layout/process1"/>
    <dgm:cxn modelId="{BC2863DC-582B-4CAA-8663-96BF76468E55}" type="presOf" srcId="{3F6D47CB-2BA0-44F3-A904-2D7DAB062331}" destId="{FD2E94F0-01AB-49B5-B3A9-885E3D17ABF4}" srcOrd="0" destOrd="0" presId="urn:microsoft.com/office/officeart/2005/8/layout/process1"/>
    <dgm:cxn modelId="{A1E6D0E3-0F6A-495A-AEE0-E563485A00AC}" srcId="{A72D5F90-1F27-4EA3-BCE4-C4B33CF6B08B}" destId="{4AB0EEB5-7F67-4F56-AD39-E2ADF0777062}" srcOrd="2" destOrd="0" parTransId="{6B1545CE-0F31-435A-B66F-09294277831C}" sibTransId="{348DF576-A42C-404E-A792-D7A1F6A82BF1}"/>
    <dgm:cxn modelId="{575D35FB-B8B4-418D-B839-595423AFCBD7}" type="presOf" srcId="{A72D5F90-1F27-4EA3-BCE4-C4B33CF6B08B}" destId="{7ED92BDE-175B-4FB1-AD2F-8F43ACF139BD}" srcOrd="0" destOrd="0" presId="urn:microsoft.com/office/officeart/2005/8/layout/process1"/>
    <dgm:cxn modelId="{3EAD3767-7280-47AF-A87C-9BB4C60228CF}" type="presParOf" srcId="{7ED92BDE-175B-4FB1-AD2F-8F43ACF139BD}" destId="{80F11839-FEC4-4BAB-9A95-50D3BFC71C65}" srcOrd="0" destOrd="0" presId="urn:microsoft.com/office/officeart/2005/8/layout/process1"/>
    <dgm:cxn modelId="{B06232A4-6CF7-48B1-9384-7CD9AD28BABE}" type="presParOf" srcId="{7ED92BDE-175B-4FB1-AD2F-8F43ACF139BD}" destId="{B35B21DE-CA4B-4B4C-92FE-B064773F53E4}" srcOrd="1" destOrd="0" presId="urn:microsoft.com/office/officeart/2005/8/layout/process1"/>
    <dgm:cxn modelId="{3E1C405C-64C1-4947-A611-81A9598730A6}" type="presParOf" srcId="{B35B21DE-CA4B-4B4C-92FE-B064773F53E4}" destId="{44B81D17-FDA4-428F-A33F-C35560385D00}" srcOrd="0" destOrd="0" presId="urn:microsoft.com/office/officeart/2005/8/layout/process1"/>
    <dgm:cxn modelId="{4C7879F4-C42D-4A0C-A12B-7BB5EB6A65FB}" type="presParOf" srcId="{7ED92BDE-175B-4FB1-AD2F-8F43ACF139BD}" destId="{FCD7EBAD-B091-4749-9129-2CD2710A832F}" srcOrd="2" destOrd="0" presId="urn:microsoft.com/office/officeart/2005/8/layout/process1"/>
    <dgm:cxn modelId="{81978E4A-83DC-4809-8437-4AD2C5EA4564}" type="presParOf" srcId="{7ED92BDE-175B-4FB1-AD2F-8F43ACF139BD}" destId="{973ED874-0F50-4BAA-BD10-B93248A21685}" srcOrd="3" destOrd="0" presId="urn:microsoft.com/office/officeart/2005/8/layout/process1"/>
    <dgm:cxn modelId="{F524EDB4-C704-4ECF-B498-835017D98119}" type="presParOf" srcId="{973ED874-0F50-4BAA-BD10-B93248A21685}" destId="{91B42231-785E-47A0-B531-54851411CE3D}" srcOrd="0" destOrd="0" presId="urn:microsoft.com/office/officeart/2005/8/layout/process1"/>
    <dgm:cxn modelId="{07C31235-A086-4F1E-8742-DC126A0DF173}" type="presParOf" srcId="{7ED92BDE-175B-4FB1-AD2F-8F43ACF139BD}" destId="{571A3828-A348-4F49-B50A-BC3C8769B63D}" srcOrd="4" destOrd="0" presId="urn:microsoft.com/office/officeart/2005/8/layout/process1"/>
    <dgm:cxn modelId="{8301AB57-E020-4514-90B1-25538C606CB1}" type="presParOf" srcId="{7ED92BDE-175B-4FB1-AD2F-8F43ACF139BD}" destId="{53F20DD9-3DEB-44ED-91BB-902C21E9632F}" srcOrd="5" destOrd="0" presId="urn:microsoft.com/office/officeart/2005/8/layout/process1"/>
    <dgm:cxn modelId="{B27074B7-2C19-4969-A5C4-C0B9A478C370}" type="presParOf" srcId="{53F20DD9-3DEB-44ED-91BB-902C21E9632F}" destId="{A06A4049-70B3-4120-992D-EEEC228F9238}" srcOrd="0" destOrd="0" presId="urn:microsoft.com/office/officeart/2005/8/layout/process1"/>
    <dgm:cxn modelId="{76CCA1D7-9D0D-440B-9B72-FB10A33DDEF7}" type="presParOf" srcId="{7ED92BDE-175B-4FB1-AD2F-8F43ACF139BD}" destId="{FD2E94F0-01AB-49B5-B3A9-885E3D17ABF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11839-FEC4-4BAB-9A95-50D3BFC71C65}">
      <dsp:nvSpPr>
        <dsp:cNvPr id="0" name=""/>
        <dsp:cNvSpPr/>
      </dsp:nvSpPr>
      <dsp:spPr>
        <a:xfrm>
          <a:off x="6702" y="1481931"/>
          <a:ext cx="2930623" cy="1758374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PE" sz="3300" b="1" kern="1200"/>
            <a:t>Descubrir </a:t>
          </a:r>
          <a:r>
            <a:rPr lang="es-PE" sz="3300" b="1" kern="1200" err="1"/>
            <a:t>IPs</a:t>
          </a:r>
          <a:endParaRPr lang="es-PE" sz="3300" b="1" kern="1200"/>
        </a:p>
      </dsp:txBody>
      <dsp:txXfrm>
        <a:off x="58203" y="1533432"/>
        <a:ext cx="2827621" cy="1655372"/>
      </dsp:txXfrm>
    </dsp:sp>
    <dsp:sp modelId="{B35B21DE-CA4B-4B4C-92FE-B064773F53E4}">
      <dsp:nvSpPr>
        <dsp:cNvPr id="0" name=""/>
        <dsp:cNvSpPr/>
      </dsp:nvSpPr>
      <dsp:spPr>
        <a:xfrm>
          <a:off x="3230389" y="1997721"/>
          <a:ext cx="621292" cy="7267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600" kern="1200"/>
        </a:p>
      </dsp:txBody>
      <dsp:txXfrm>
        <a:off x="3230389" y="2143080"/>
        <a:ext cx="434904" cy="436076"/>
      </dsp:txXfrm>
    </dsp:sp>
    <dsp:sp modelId="{FCD7EBAD-B091-4749-9129-2CD2710A832F}">
      <dsp:nvSpPr>
        <dsp:cNvPr id="0" name=""/>
        <dsp:cNvSpPr/>
      </dsp:nvSpPr>
      <dsp:spPr>
        <a:xfrm>
          <a:off x="4109576" y="1481931"/>
          <a:ext cx="2930623" cy="1758374"/>
        </a:xfrm>
        <a:prstGeom prst="roundRect">
          <a:avLst>
            <a:gd name="adj" fmla="val 10000"/>
          </a:avLst>
        </a:prstGeom>
        <a:solidFill>
          <a:srgbClr val="0C447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b="1" kern="1200"/>
            <a:t>core/ssh.py</a:t>
          </a:r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kern="1200" err="1"/>
            <a:t>Paramiko</a:t>
          </a:r>
          <a:endParaRPr lang="es-PE" sz="3300" kern="1200"/>
        </a:p>
      </dsp:txBody>
      <dsp:txXfrm>
        <a:off x="4161077" y="1533432"/>
        <a:ext cx="2827621" cy="1655372"/>
      </dsp:txXfrm>
    </dsp:sp>
    <dsp:sp modelId="{973ED874-0F50-4BAA-BD10-B93248A21685}">
      <dsp:nvSpPr>
        <dsp:cNvPr id="0" name=""/>
        <dsp:cNvSpPr/>
      </dsp:nvSpPr>
      <dsp:spPr>
        <a:xfrm>
          <a:off x="7333262" y="1997721"/>
          <a:ext cx="621292" cy="7267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600" kern="1200"/>
        </a:p>
      </dsp:txBody>
      <dsp:txXfrm>
        <a:off x="7333262" y="2143080"/>
        <a:ext cx="434904" cy="436076"/>
      </dsp:txXfrm>
    </dsp:sp>
    <dsp:sp modelId="{571A3828-A348-4F49-B50A-BC3C8769B63D}">
      <dsp:nvSpPr>
        <dsp:cNvPr id="0" name=""/>
        <dsp:cNvSpPr/>
      </dsp:nvSpPr>
      <dsp:spPr>
        <a:xfrm>
          <a:off x="8212449" y="1481931"/>
          <a:ext cx="2930623" cy="1758374"/>
        </a:xfrm>
        <a:prstGeom prst="roundRect">
          <a:avLst>
            <a:gd name="adj" fmla="val 10000"/>
          </a:avLst>
        </a:prstGeom>
        <a:solidFill>
          <a:srgbClr val="3C348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kern="1200"/>
            <a:t>9 </a:t>
          </a:r>
          <a:r>
            <a:rPr lang="es-PE" sz="3300" kern="1200" err="1"/>
            <a:t>checks</a:t>
          </a:r>
          <a:endParaRPr lang="es-PE" sz="3300" kern="1200"/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kern="1200"/>
            <a:t>Show + </a:t>
          </a:r>
          <a:r>
            <a:rPr lang="es-PE" sz="3300" kern="1200" err="1"/>
            <a:t>parsing</a:t>
          </a:r>
          <a:r>
            <a:rPr lang="es-PE" sz="3300" kern="1200"/>
            <a:t> </a:t>
          </a:r>
        </a:p>
      </dsp:txBody>
      <dsp:txXfrm>
        <a:off x="8263950" y="1533432"/>
        <a:ext cx="2827621" cy="1655372"/>
      </dsp:txXfrm>
    </dsp:sp>
    <dsp:sp modelId="{53F20DD9-3DEB-44ED-91BB-902C21E9632F}">
      <dsp:nvSpPr>
        <dsp:cNvPr id="0" name=""/>
        <dsp:cNvSpPr/>
      </dsp:nvSpPr>
      <dsp:spPr>
        <a:xfrm>
          <a:off x="11436136" y="1997721"/>
          <a:ext cx="621292" cy="7267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600" kern="1200"/>
        </a:p>
      </dsp:txBody>
      <dsp:txXfrm>
        <a:off x="11436136" y="2143080"/>
        <a:ext cx="434904" cy="436076"/>
      </dsp:txXfrm>
    </dsp:sp>
    <dsp:sp modelId="{FD2E94F0-01AB-49B5-B3A9-885E3D17ABF4}">
      <dsp:nvSpPr>
        <dsp:cNvPr id="0" name=""/>
        <dsp:cNvSpPr/>
      </dsp:nvSpPr>
      <dsp:spPr>
        <a:xfrm>
          <a:off x="12315323" y="1481931"/>
          <a:ext cx="2930623" cy="1758374"/>
        </a:xfrm>
        <a:prstGeom prst="roundRect">
          <a:avLst>
            <a:gd name="adj" fmla="val 10000"/>
          </a:avLst>
        </a:prstGeom>
        <a:solidFill>
          <a:srgbClr val="63380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b="1" kern="1200"/>
            <a:t>Reporte</a:t>
          </a:r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300" kern="1200"/>
            <a:t>Ok/</a:t>
          </a:r>
          <a:r>
            <a:rPr lang="es-PE" sz="3300" kern="1200" err="1"/>
            <a:t>fail</a:t>
          </a:r>
          <a:endParaRPr lang="es-PE" sz="3300" kern="1200"/>
        </a:p>
      </dsp:txBody>
      <dsp:txXfrm>
        <a:off x="12366824" y="1533432"/>
        <a:ext cx="2827621" cy="1655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3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2E41-8A8D-1C19-5AFE-45234914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75F08-FA89-1EDE-11DF-0F7822804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764C6-3DBB-390E-5C49-0C9CFDC3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25B22-9838-0DC4-D791-7374A9999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4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0AE4-0920-50B3-98AD-788EE5F7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A9614-0E28-8C5D-D1C9-68AEB3E76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4DEB9-4DDE-4A77-DF63-AC3F26610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3AED9-9599-C0A1-9D1E-7CCB77B6D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87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31B3-16C1-B9DA-4D1E-00AA595B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49B00-6CBF-68F5-F60B-212B0A624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0683-140B-8397-D13C-6195C25C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4D38-9915-8D68-2F25-ECAEDF00B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35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FA44-310D-A389-C29C-943A9C10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E22E4-5A60-2295-3CAC-36AECEFE1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CF510-21C0-D976-963A-2674BC522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CEED9-0571-EB60-80C9-17212AFA9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9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6454-B35E-A62F-6735-A0CEF932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9A46C-6FB9-582A-44FB-C2D234615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2FBEF-6794-0322-53B7-3A8381A21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774AE-A298-8626-B8E0-9CB54A062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85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312B-6FC6-E45E-AE6F-2060BB75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19EF8-5250-FCC7-47A4-8BD6C9D5D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35CA2-FFAF-E23A-8764-BCB55BF9A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263E3-9E11-7B2D-0AFA-4EBB24C71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77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08DA-BF10-47C9-FEF8-100BF21F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6DBCE-FD28-09A1-8335-6A445313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87826-F0C4-E058-3816-D8B7B985C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A7AE9-6BCF-3416-AF3A-8BEA1EFCD7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62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3D3AE-88DE-B333-5E5C-4B2F540F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4D00F-5DC8-1292-6147-CFCD0E5C9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B6F9A-617D-3A88-639B-95C5B7F9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17275-3D17-5333-189D-60922A408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4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D046-9914-4BF3-B823-5E602B5C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3ABEF-96DE-BCE7-E068-4E7F399A4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E732B-E7A4-449D-3046-243FF881E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9C89-8132-5048-75DB-F7DADA3AE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73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5E47-F9BA-D197-9391-75AE4F8B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379AF-0C7F-6665-5324-02D9E4A27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718C-0F50-2E1D-E0CC-457EF7A65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DC22E-4F3A-329E-6B5B-73326AD9FC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90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F21F8-DAF9-B991-E057-A5252A120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3067A-795A-B236-0509-BC0745237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DFC8B-30AE-3053-A74B-59C7CCF5E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FF4F6-7F51-A771-12D7-832A64FAC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12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8F29-CC7A-B213-3086-8FBD4552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874EF-8BBA-AA0C-AE11-18138517B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7360F-EEE5-9C2D-64AB-C0C89E7DA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29283-51E7-8C48-5EBF-346043B9B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3E71-4950-2335-F6D3-C15F74E5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BE2C0-68A2-E3E2-2DE3-13ED179EE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4E39A-7700-74EA-6CEF-5292810A0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77FC1-0462-7AF0-4F00-C22723E29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78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6721-6AED-604D-8BCE-127E2871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78906-AB0E-9275-6C25-1F2762E64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47238-37A9-8A01-7D63-23A825C4F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AA23E-6067-FCA4-E944-12657DA48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1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C061-9CEF-438C-2700-C8E30994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DD192-63EE-50F9-C64C-8DB9AA629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8C836-C86A-0052-FDF2-EEF598C4A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15B7D-ADF3-770A-E894-9FF36A4F6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01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6C68-C93E-23FB-71B2-D26FE4B6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8553C-4CB8-B708-F793-DC968B33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919DB-E80F-E998-DAB9-6327D14E7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FB2DD-9B8A-53F4-F336-F16A67B09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3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47E9-4C26-7073-1568-B11E9822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00373-27CB-C02E-0DA8-98D2A7B39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FA440-B213-016D-A650-9A69F5892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7451E-F5A9-BBE2-F342-569AF3519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80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72F6-98C6-4D36-E6AB-DEE84B94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1B195-0ED0-29A7-C53A-9D8F0D6F3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C4379-3541-7F4D-E7CB-54B9C4710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04D9-045F-8F49-BA94-9FF91C613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77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6F6D-D347-1B20-E117-FB9DE6E7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986A2-A055-423B-2F36-BD425E1DE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7B7D3-BD3C-F35C-D0C7-0BD5F564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5788A-88A5-59A4-51B4-7C928E57C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199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0FAE-91A4-5BA3-1274-CFA73708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436D6-97B1-F019-4938-8E592378F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A0EA6-E299-88AC-F690-9D03E6DD1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2B7F7-693A-2396-F123-62B83CAA9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96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7524-1FB8-40FB-2F0B-F8B071C01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4A1E4-9B6F-365F-417F-3F0B5A9E0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FDC9A-54AE-3DB7-F9D9-6895720C1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423BB-7924-A561-2BBA-20DB7DA43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21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C7765-CFA7-8B65-B718-FD9CDE8DC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0D45A-2CAD-58C4-6827-722CABC92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B4C53-7B94-5D13-0C93-4338B32D3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6D99-8535-F8AB-7241-DC7155871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33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2674-FD37-D8D2-CDFB-D0E488E1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E50A1-899F-26EB-4666-179E49174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56D5-8303-144F-02D6-545EA8742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4F8E0-AD7C-BFC5-10AF-98D7F04D8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818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F413-3EAC-DD19-B0A2-836ED322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14931-B425-3C3E-7FFB-8D68BA1A5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1959E-CF58-92DE-9A62-391B08A17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EFA9D-5BD4-0A30-165E-6ED2B6E78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37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0D67-4BE3-0906-68A5-25AF468BF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B9FA-58B7-25B3-1FBE-A71332861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3FB03-59E3-6B2C-FA62-BB51D005B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0CCC9-5458-BAB4-DF1C-F60056AE8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4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D0F7-D10B-A4C5-FA0C-5D71F032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4E17-87C6-D80B-E655-672B4D042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3CE3-44D0-2450-5423-CF477CDB9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EDB0F-8358-48C7-C172-121D1AB38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48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DC81-DE05-197E-2DAB-31D2C1AE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6B9EE-BDF8-1162-5951-E80322CF7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E47EE-83E4-1103-65FA-8A6E4C7E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CAC14-7B57-C588-CE0C-3145C1A68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905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60E26-64C2-7C94-1F79-2D5F69E2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1B204-C7D3-465B-FF69-D35173091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FC12F-8514-867D-EC37-06BAFBBB5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593D1-FFC6-B3E6-B745-ED6E230FD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16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A000-BD9F-FECF-B6BE-353283D6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3B7DA-73DD-0E03-66C6-D68881A4D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1E818-FEAA-A973-6632-E14B67B13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3CF8B-A7D4-D767-1C46-CE0B96F55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949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7A4D7-2C4E-0093-743F-E5512EAB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D136B-34B8-2B85-8F52-B22C6BCFB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794D2-39C8-56E8-FBD9-0CB2F4550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0B60E-2E37-F04F-5FA0-A8081B67F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171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997C-A326-3D8F-8522-DBE49B4F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3A03C-6B3A-3ACF-FD5E-E0B234085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BDEAC-3EE5-B11B-51FE-6FF56B77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D778A-1EA7-358B-20CE-8A23A5382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48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FAFE-B51C-D685-D810-88418340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5D2CD-4B50-1AEE-1B46-F344D3EE4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2295D-2CF4-7D7E-2DC7-26C8AC070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AD9A6-C1A8-0C5A-8634-688CDAC2A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622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9404-8AE4-C4B6-E793-79EF5995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5C073-0D65-2E35-B5F1-25714FBC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72BC4-B126-CE8D-E5DB-18C0B478E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60555-913B-5107-695F-2C71E1FA1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78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6256000" cy="3657600"/>
          </a:xfrm>
          <a:prstGeom prst="rect">
            <a:avLst/>
          </a:prstGeom>
          <a:gradFill flip="none" rotWithShape="1">
            <a:gsLst>
              <a:gs pos="0">
                <a:srgbClr val="5A0A0A"/>
              </a:gs>
              <a:gs pos="50000">
                <a:srgbClr val="8B1A1A"/>
              </a:gs>
              <a:gs pos="100000">
                <a:srgbClr val="A52020"/>
              </a:gs>
            </a:gsLst>
            <a:lin ang="10800000" scaled="1"/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560355" y="1092200"/>
            <a:ext cx="3097245" cy="5080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62000" y="10922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>
                <a:solidFill>
                  <a:srgbClr val="FFFFFF"/>
                </a:solidFill>
                <a:latin typeface="Quattrocento Sans" pitchFamily="34" charset="0"/>
              </a:rPr>
              <a:t>GRUPO 1: </a:t>
            </a:r>
            <a:endParaRPr lang="en-US" sz="2400" b="1"/>
          </a:p>
        </p:txBody>
      </p:sp>
      <p:sp>
        <p:nvSpPr>
          <p:cNvPr id="8" name="Text 6"/>
          <p:cNvSpPr/>
          <p:nvPr/>
        </p:nvSpPr>
        <p:spPr>
          <a:xfrm>
            <a:off x="793261" y="1809261"/>
            <a:ext cx="9718432" cy="793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PC2: </a:t>
            </a:r>
            <a:r>
              <a:rPr lang="en-US" sz="4000" b="1" err="1">
                <a:solidFill>
                  <a:srgbClr val="FFFFFF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Despliegue</a:t>
            </a:r>
            <a:r>
              <a:rPr lang="en-US" sz="4000" b="1">
                <a:solidFill>
                  <a:srgbClr val="FFFFFF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 de </a:t>
            </a:r>
            <a:r>
              <a:rPr lang="en-US" sz="4000" b="1" err="1">
                <a:solidFill>
                  <a:srgbClr val="FFFFFF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configuración</a:t>
            </a:r>
            <a:r>
              <a:rPr lang="en-US" sz="4000" b="1">
                <a:solidFill>
                  <a:srgbClr val="FFFFFF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 - Paramiko</a:t>
            </a:r>
            <a:endParaRPr lang="en-US" sz="4000" b="1">
              <a:solidFill>
                <a:srgbClr val="FFFFFF"/>
              </a:solidFill>
              <a:latin typeface="QuattrocentoSa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262255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i="1" kern="0" spc="2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CURSO: AUTOMATIZACION Y PROGRAMABILIDAD DE REDES</a:t>
            </a:r>
            <a:endParaRPr lang="en-US" b="1" i="1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762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62000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err="1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Docente</a:t>
            </a:r>
            <a:r>
              <a:rPr lang="en-US" sz="160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	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762000" y="4563705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Ing. Arturo Janampa Goicochea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9663402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Periodo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9663402" y="4507722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2026-I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793102" y="7856894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rgbClr val="5555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Facultad de Ingenieria Electrica y Electronica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793102" y="838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Abril 2026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0" y="8890000"/>
            <a:ext cx="1625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6B57476-0B3B-98CF-9C04-6726C2F0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528" y="529966"/>
            <a:ext cx="5786472" cy="2130425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58787E23-F5A4-2DAA-C125-C19FF342C92B}"/>
              </a:ext>
            </a:extLst>
          </p:cNvPr>
          <p:cNvSpPr/>
          <p:nvPr/>
        </p:nvSpPr>
        <p:spPr>
          <a:xfrm>
            <a:off x="762000" y="5181342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err="1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Integrantes</a:t>
            </a:r>
            <a:r>
              <a:rPr lang="en-US" sz="160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	</a:t>
            </a:r>
            <a:endParaRPr lang="en-US" sz="200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2CF4420-89A6-F75F-BA75-909180CC5E09}"/>
              </a:ext>
            </a:extLst>
          </p:cNvPr>
          <p:cNvSpPr/>
          <p:nvPr/>
        </p:nvSpPr>
        <p:spPr>
          <a:xfrm>
            <a:off x="762000" y="5833446"/>
            <a:ext cx="5697166" cy="186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-Bryan Alejandro Cucho Suyo (</a:t>
            </a:r>
            <a:r>
              <a:rPr lang="en-US" sz="2800" b="1">
                <a:latin typeface="Quattrocento Sans" pitchFamily="34" charset="0"/>
              </a:rPr>
              <a:t>BryanTxz10</a:t>
            </a: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-Alex Yalan Campos   (</a:t>
            </a:r>
            <a:r>
              <a:rPr lang="en-US" sz="2800" b="1" err="1">
                <a:latin typeface="Quattrocento Sans" pitchFamily="34" charset="0"/>
              </a:rPr>
              <a:t>AlexYalan</a:t>
            </a: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-Ghiro Peña Valderrama (</a:t>
            </a:r>
            <a:r>
              <a:rPr lang="en-US" sz="2800" b="1" err="1">
                <a:latin typeface="Quattrocento Sans" pitchFamily="34" charset="0"/>
              </a:rPr>
              <a:t>portnameavalon</a:t>
            </a: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-Milton Rojas Inoñan (</a:t>
            </a:r>
            <a:r>
              <a:rPr lang="en-US" sz="2800" b="1" err="1">
                <a:latin typeface="Quattrocento Sans" pitchFamily="34" charset="0"/>
              </a:rPr>
              <a:t>MiltonRojasI</a:t>
            </a: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-Juan Aranda (</a:t>
            </a:r>
            <a:r>
              <a:rPr lang="en-US" sz="2800" b="1">
                <a:latin typeface="Quattrocento Sans" pitchFamily="34" charset="0"/>
              </a:rPr>
              <a:t>die30go</a:t>
            </a:r>
            <a:r>
              <a:rPr lang="en-US" sz="2800" b="1">
                <a:solidFill>
                  <a:srgbClr val="8B1A1A"/>
                </a:solidFill>
                <a:latin typeface="Quattrocento Sans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endParaRPr lang="en-US" sz="20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D2EC-AA8A-45AD-A366-AA715830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3">
            <a:extLst>
              <a:ext uri="{FF2B5EF4-FFF2-40B4-BE49-F238E27FC236}">
                <a16:creationId xmlns:a16="http://schemas.microsoft.com/office/drawing/2014/main" id="{7023F3F7-18BF-F3C7-B504-F3908C6A3286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E65F120-3AAB-4125-51C0-1742FEC45796}"/>
              </a:ext>
            </a:extLst>
          </p:cNvPr>
          <p:cNvSpPr/>
          <p:nvPr/>
        </p:nvSpPr>
        <p:spPr>
          <a:xfrm>
            <a:off x="809557" y="2482174"/>
            <a:ext cx="9681183" cy="2817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400" b="1" err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Parte</a:t>
            </a:r>
            <a:r>
              <a:rPr lang="en-US" sz="5400" b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 1- </a:t>
            </a:r>
            <a:r>
              <a:rPr lang="en-US" sz="5400" b="1" err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Funcionamiento</a:t>
            </a:r>
            <a:r>
              <a:rPr lang="en-US" sz="5400" b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 de la </a:t>
            </a:r>
            <a:r>
              <a:rPr lang="en-US" sz="5400" b="1" err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topología</a:t>
            </a:r>
            <a:r>
              <a:rPr lang="en-US" sz="5400" b="1">
                <a:solidFill>
                  <a:srgbClr val="8B1A1A"/>
                </a:solidFill>
                <a:latin typeface="QuattrocentoSans"/>
                <a:ea typeface="+mn-lt"/>
                <a:cs typeface="+mn-lt"/>
              </a:rPr>
              <a:t> de red</a:t>
            </a:r>
            <a:endParaRPr lang="en-US" sz="5400" b="1">
              <a:solidFill>
                <a:srgbClr val="8B1A1A"/>
              </a:solidFill>
              <a:latin typeface="QuattrocentoSans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5AA2E9C-F352-2E6F-1241-B85070459B6B}"/>
              </a:ext>
            </a:extLst>
          </p:cNvPr>
          <p:cNvCxnSpPr/>
          <p:nvPr/>
        </p:nvCxnSpPr>
        <p:spPr>
          <a:xfrm>
            <a:off x="603115" y="3210128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E4435D7-5B86-590F-073B-6659DB7C8B9E}"/>
              </a:ext>
            </a:extLst>
          </p:cNvPr>
          <p:cNvSpPr txBox="1"/>
          <p:nvPr/>
        </p:nvSpPr>
        <p:spPr>
          <a:xfrm>
            <a:off x="1215956" y="4953000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err="1">
                <a:latin typeface="Anthropic Sans"/>
              </a:rPr>
              <a:t>Configuración</a:t>
            </a:r>
            <a:r>
              <a:rPr lang="en-US" sz="3200">
                <a:latin typeface="Anthropic Sans"/>
              </a:rPr>
              <a:t> </a:t>
            </a:r>
            <a:r>
              <a:rPr lang="en-US" sz="3200" err="1">
                <a:latin typeface="Anthropic Sans"/>
              </a:rPr>
              <a:t>en</a:t>
            </a:r>
            <a:r>
              <a:rPr lang="en-US" sz="3200">
                <a:latin typeface="Anthropic Sans"/>
              </a:rPr>
              <a:t> la </a:t>
            </a:r>
            <a:r>
              <a:rPr lang="en-US" sz="3200" err="1">
                <a:latin typeface="Anthropic Sans"/>
              </a:rPr>
              <a:t>topología</a:t>
            </a:r>
            <a:endParaRPr lang="en-US" sz="3200" err="1">
              <a:latin typeface="Anthropic Sans"/>
              <a:ea typeface="Calibri"/>
              <a:cs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97E10CB-50BD-0C2A-74A8-F2A200B1FA16}"/>
              </a:ext>
            </a:extLst>
          </p:cNvPr>
          <p:cNvSpPr txBox="1"/>
          <p:nvPr/>
        </p:nvSpPr>
        <p:spPr>
          <a:xfrm>
            <a:off x="1215956" y="5891938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>
                <a:latin typeface="Anthropic Sans"/>
              </a:rPr>
              <a:t>Juan Diego Aranda Aguirre</a:t>
            </a:r>
          </a:p>
        </p:txBody>
      </p:sp>
    </p:spTree>
    <p:extLst>
      <p:ext uri="{BB962C8B-B14F-4D97-AF65-F5344CB8AC3E}">
        <p14:creationId xmlns:p14="http://schemas.microsoft.com/office/powerpoint/2010/main" val="6197597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3AEF-D3B6-2655-8C3C-9F56A4C0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>
            <a:extLst>
              <a:ext uri="{FF2B5EF4-FFF2-40B4-BE49-F238E27FC236}">
                <a16:creationId xmlns:a16="http://schemas.microsoft.com/office/drawing/2014/main" id="{31A3BE4C-0A69-72D8-04E3-8A0001466AB8}"/>
              </a:ext>
            </a:extLst>
          </p:cNvPr>
          <p:cNvSpPr/>
          <p:nvPr/>
        </p:nvSpPr>
        <p:spPr>
          <a:xfrm>
            <a:off x="635000" y="1176507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BD7D21D-B8F7-BA81-9B01-7AD6871A8C70}"/>
              </a:ext>
            </a:extLst>
          </p:cNvPr>
          <p:cNvSpPr/>
          <p:nvPr/>
        </p:nvSpPr>
        <p:spPr>
          <a:xfrm>
            <a:off x="863600" y="109274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600" b="1" err="1">
                <a:solidFill>
                  <a:srgbClr val="8B1A1A"/>
                </a:solidFill>
                <a:latin typeface="QuattrocentoSans"/>
              </a:rPr>
              <a:t>Topología</a:t>
            </a:r>
            <a:r>
              <a:rPr lang="en-US" sz="3600" b="1">
                <a:solidFill>
                  <a:srgbClr val="8B1A1A"/>
                </a:solidFill>
                <a:latin typeface="QuattrocentoSans"/>
              </a:rPr>
              <a:t> CPEs e ISP de Claro y Movistar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5C33B58-089D-62AE-965F-CAF83D6F7A11}"/>
              </a:ext>
            </a:extLst>
          </p:cNvPr>
          <p:cNvSpPr/>
          <p:nvPr/>
        </p:nvSpPr>
        <p:spPr>
          <a:xfrm>
            <a:off x="635000" y="1741251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6" name="Imagen 25" descr="Diagrama&#10;&#10;El contenido generado por IA puede ser incorrecto.">
            <a:extLst>
              <a:ext uri="{FF2B5EF4-FFF2-40B4-BE49-F238E27FC236}">
                <a16:creationId xmlns:a16="http://schemas.microsoft.com/office/drawing/2014/main" id="{0C3B8F3A-19AD-E48E-05D1-60983EB12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76" y="2562567"/>
            <a:ext cx="10528024" cy="5416826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CD94C57-6064-7259-76E9-9497BD4EC2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771" r="-263" b="88688"/>
          <a:stretch>
            <a:fillRect/>
          </a:stretch>
        </p:blipFill>
        <p:spPr>
          <a:xfrm>
            <a:off x="12050717" y="4329733"/>
            <a:ext cx="3629026" cy="427448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4F1A203-4B17-2576-4BB3-E65F8FBA5F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941" r="-355" b="-905"/>
          <a:stretch>
            <a:fillRect/>
          </a:stretch>
        </p:blipFill>
        <p:spPr>
          <a:xfrm>
            <a:off x="12051646" y="2779697"/>
            <a:ext cx="3632344" cy="1567077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B437820-F22F-BB36-A1B3-0185A4259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4707" y="5123815"/>
            <a:ext cx="3467100" cy="1676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976587-640F-0315-AA34-ACC2D3873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157" y="6995131"/>
            <a:ext cx="3396928" cy="4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778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3DF5-5ACD-0451-BAFB-C84126BE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>
            <a:extLst>
              <a:ext uri="{FF2B5EF4-FFF2-40B4-BE49-F238E27FC236}">
                <a16:creationId xmlns:a16="http://schemas.microsoft.com/office/drawing/2014/main" id="{1A91E8EB-239B-4C82-9A70-879F4EA7C23B}"/>
              </a:ext>
            </a:extLst>
          </p:cNvPr>
          <p:cNvSpPr/>
          <p:nvPr/>
        </p:nvSpPr>
        <p:spPr>
          <a:xfrm>
            <a:off x="635000" y="1176507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13DA3F-3675-DBC8-FDD7-DD32FF2122A3}"/>
              </a:ext>
            </a:extLst>
          </p:cNvPr>
          <p:cNvSpPr/>
          <p:nvPr/>
        </p:nvSpPr>
        <p:spPr>
          <a:xfrm>
            <a:off x="863600" y="109274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600" b="1" err="1">
                <a:solidFill>
                  <a:srgbClr val="8B1A1A"/>
                </a:solidFill>
                <a:latin typeface="QuattrocentoSans"/>
              </a:rPr>
              <a:t>Topología</a:t>
            </a:r>
            <a:r>
              <a:rPr lang="en-US" sz="3600" b="1">
                <a:solidFill>
                  <a:srgbClr val="8B1A1A"/>
                </a:solidFill>
                <a:latin typeface="QuattrocentoSans"/>
              </a:rPr>
              <a:t> del BRANCH2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BD89060-B9B5-3472-F752-66260894ED11}"/>
              </a:ext>
            </a:extLst>
          </p:cNvPr>
          <p:cNvSpPr/>
          <p:nvPr/>
        </p:nvSpPr>
        <p:spPr>
          <a:xfrm>
            <a:off x="635000" y="1741251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5CC02A8-048E-63C8-3A99-6F7D8388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8" y="2081958"/>
            <a:ext cx="8030081" cy="4667895"/>
          </a:xfrm>
          <a:prstGeom prst="rect">
            <a:avLst/>
          </a:prstGeom>
        </p:spPr>
      </p:pic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034C0B0B-FDD3-B0EC-4DCD-E07A2E638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04" y="7255517"/>
            <a:ext cx="6800850" cy="8953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7DA7CC5-F0F3-2D34-5737-852A28670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549" y="7255517"/>
            <a:ext cx="6819900" cy="8953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06B53CA-3676-1F8E-FD91-DCB8A3CD5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7936" y="2085921"/>
            <a:ext cx="7029450" cy="2133600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B264ABD-2A1C-BAD3-4B8F-2BF4F677E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4764" y="4397392"/>
            <a:ext cx="7044129" cy="211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016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86E7-1FEC-E3F0-2F3B-C00865FA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2E5F410C-DC98-8C7F-7B72-9997E6B6FB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330741" y="1023717"/>
            <a:ext cx="14226767" cy="7706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C1CAE49-1931-BEB3-5F51-D2C3F25558B1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0D0FFE-9D81-684A-15A7-44CED2ECEA1F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3A7647-5C00-1C08-8402-A3C962A45987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B16A47-4CF5-AF6B-5C6A-036452420FBF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5B07D5-60D9-1E48-0B32-4010886AD371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70471EE-3A48-D2A4-3CE2-9B007F2E89C1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57A650-0348-62A4-0DFE-D0D13973711A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6D0E0E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03 </a:t>
            </a:r>
            <a:r>
              <a:rPr lang="en-US" sz="1300" err="1">
                <a:solidFill>
                  <a:srgbClr val="6D0E0E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Tunelización</a:t>
            </a:r>
            <a:endParaRPr lang="en-US" sz="1600" err="1">
              <a:solidFill>
                <a:srgbClr val="6D0E0E">
                  <a:alpha val="80000"/>
                </a:srgb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BB1C3CE-BFBE-7077-3334-041949E9C408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70ABC1-BFB7-A874-0004-1EA28EA413F6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D1B3B3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>
              <a:solidFill>
                <a:srgbClr val="D1B3B3"/>
              </a:solidFill>
              <a:latin typeface="Quattrocento Sans"/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5A2D79-B1E9-4EF4-E253-E1A54726B3BF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4DFF88-5C37-532A-7670-6897E8364444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092E7CC-899E-12D4-0E95-CBE4FDDE650D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F7CAC6B-4AB0-7CBC-2C69-BD36B0F91FF1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D35962D-70F3-E1A8-377A-3F932C4052B6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FC80571-606F-3552-7302-96DAD8718003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A4E3F7C-A27E-E90E-5517-0478FB21584A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85FF80-2B2E-74F4-7493-38AC91F433EA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5C01CD7-B0AB-598F-3A54-AA4A07AC2FE8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19" name="Imagen 18" descr="Conociendo Dynamic Multipoint VPN (DMVPN) - Cisco Community">
            <a:extLst>
              <a:ext uri="{FF2B5EF4-FFF2-40B4-BE49-F238E27FC236}">
                <a16:creationId xmlns:a16="http://schemas.microsoft.com/office/drawing/2014/main" id="{8502DC04-39C4-3695-F5AB-ACC710CD0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955" y="3890255"/>
            <a:ext cx="4022066" cy="4212566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C6596D99-9AC3-A3ED-E5C4-897778A40ACD}"/>
              </a:ext>
            </a:extLst>
          </p:cNvPr>
          <p:cNvSpPr/>
          <p:nvPr/>
        </p:nvSpPr>
        <p:spPr>
          <a:xfrm>
            <a:off x="809557" y="2482174"/>
            <a:ext cx="6928533" cy="2782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Parte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2 -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Configuración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de la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sede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BRANCH2</a:t>
            </a:r>
            <a:endParaRPr lang="es-ES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5CEE3DA-8917-9335-3505-8C6E4967C77B}"/>
              </a:ext>
            </a:extLst>
          </p:cNvPr>
          <p:cNvCxnSpPr/>
          <p:nvPr/>
        </p:nvCxnSpPr>
        <p:spPr>
          <a:xfrm>
            <a:off x="603115" y="3210128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EA01516-F6CF-599B-3ADD-F823FFAAFE86}"/>
              </a:ext>
            </a:extLst>
          </p:cNvPr>
          <p:cNvSpPr txBox="1"/>
          <p:nvPr/>
        </p:nvSpPr>
        <p:spPr>
          <a:xfrm>
            <a:off x="1215956" y="4953000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0" i="0">
                <a:effectLst/>
                <a:latin typeface="Anthropic Sans"/>
              </a:rPr>
              <a:t>Script de </a:t>
            </a:r>
            <a:r>
              <a:rPr lang="en-US" sz="3200" err="1">
                <a:latin typeface="Anthropic Sans"/>
              </a:rPr>
              <a:t>Configuración</a:t>
            </a:r>
            <a:r>
              <a:rPr lang="en-US" sz="3200">
                <a:latin typeface="Anthropic Sans"/>
              </a:rPr>
              <a:t> de la </a:t>
            </a:r>
            <a:r>
              <a:rPr lang="en-US" sz="3200" err="1">
                <a:latin typeface="Anthropic Sans"/>
              </a:rPr>
              <a:t>sede</a:t>
            </a:r>
            <a:r>
              <a:rPr lang="en-US" sz="3200">
                <a:latin typeface="Anthropic Sans"/>
              </a:rPr>
              <a:t> BRANCH2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5C674FB-BE1D-57F9-640B-553B0F24423C}"/>
              </a:ext>
            </a:extLst>
          </p:cNvPr>
          <p:cNvSpPr txBox="1"/>
          <p:nvPr/>
        </p:nvSpPr>
        <p:spPr>
          <a:xfrm>
            <a:off x="1215956" y="5891938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>
                <a:latin typeface="Anthropic Sans"/>
              </a:rPr>
              <a:t>Milton Fernando A. Rojas Inoñan</a:t>
            </a:r>
          </a:p>
        </p:txBody>
      </p:sp>
    </p:spTree>
    <p:extLst>
      <p:ext uri="{BB962C8B-B14F-4D97-AF65-F5344CB8AC3E}">
        <p14:creationId xmlns:p14="http://schemas.microsoft.com/office/powerpoint/2010/main" val="6992531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F1AE-FCDE-62E2-FD86-767FFF6E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>
            <a:extLst>
              <a:ext uri="{FF2B5EF4-FFF2-40B4-BE49-F238E27FC236}">
                <a16:creationId xmlns:a16="http://schemas.microsoft.com/office/drawing/2014/main" id="{5C26A0E7-06A1-0CEA-5A73-B9FDD64C12B1}"/>
              </a:ext>
            </a:extLst>
          </p:cNvPr>
          <p:cNvSpPr/>
          <p:nvPr/>
        </p:nvSpPr>
        <p:spPr>
          <a:xfrm>
            <a:off x="576232" y="917926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79757E-C974-D262-E6BE-BE0BDB76237C}"/>
              </a:ext>
            </a:extLst>
          </p:cNvPr>
          <p:cNvSpPr/>
          <p:nvPr/>
        </p:nvSpPr>
        <p:spPr>
          <a:xfrm>
            <a:off x="699049" y="892927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600" b="1">
                <a:solidFill>
                  <a:srgbClr val="8B1A1A"/>
                </a:solidFill>
                <a:latin typeface="QuattrocentoSans"/>
              </a:rPr>
              <a:t>Script de </a:t>
            </a:r>
            <a:r>
              <a:rPr lang="en-US" sz="3600" b="1" err="1">
                <a:solidFill>
                  <a:srgbClr val="8B1A1A"/>
                </a:solidFill>
                <a:latin typeface="QuattrocentoSans"/>
              </a:rPr>
              <a:t>Configuración</a:t>
            </a:r>
            <a:r>
              <a:rPr lang="en-US" sz="3600" b="1">
                <a:solidFill>
                  <a:srgbClr val="8B1A1A"/>
                </a:solidFill>
                <a:latin typeface="QuattrocentoSans"/>
              </a:rPr>
              <a:t>: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E7F8791-C8A9-FC7A-35CC-D637D3381293}"/>
              </a:ext>
            </a:extLst>
          </p:cNvPr>
          <p:cNvSpPr/>
          <p:nvPr/>
        </p:nvSpPr>
        <p:spPr>
          <a:xfrm>
            <a:off x="635000" y="1741251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388B756-8B8B-FD29-FCB3-B5C3565A8B7D}"/>
              </a:ext>
            </a:extLst>
          </p:cNvPr>
          <p:cNvSpPr/>
          <p:nvPr/>
        </p:nvSpPr>
        <p:spPr>
          <a:xfrm>
            <a:off x="1405016" y="1964672"/>
            <a:ext cx="2488163" cy="1205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Definición de Atributos</a:t>
            </a:r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1BDCF68-2FFC-AFCD-4921-9C64712486B0}"/>
              </a:ext>
            </a:extLst>
          </p:cNvPr>
          <p:cNvSpPr/>
          <p:nvPr/>
        </p:nvSpPr>
        <p:spPr>
          <a:xfrm>
            <a:off x="1405739" y="3669679"/>
            <a:ext cx="2488163" cy="1205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Funciones de generación de Comandos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21EFE4D-2481-52ED-C6E7-E70EF6B9C010}"/>
              </a:ext>
            </a:extLst>
          </p:cNvPr>
          <p:cNvSpPr/>
          <p:nvPr/>
        </p:nvSpPr>
        <p:spPr>
          <a:xfrm>
            <a:off x="1406462" y="5515729"/>
            <a:ext cx="2488163" cy="1205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ea typeface="Calibri"/>
                <a:cs typeface="Calibri"/>
              </a:rPr>
              <a:t>Funciones de  despliegue de los comandos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1BDCF68-2FFC-AFCD-4921-9C64712486B0}"/>
              </a:ext>
            </a:extLst>
          </p:cNvPr>
          <p:cNvSpPr/>
          <p:nvPr/>
        </p:nvSpPr>
        <p:spPr>
          <a:xfrm>
            <a:off x="1405739" y="7289812"/>
            <a:ext cx="2488163" cy="1205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>
                <a:ea typeface="Calibri"/>
                <a:cs typeface="Calibri"/>
              </a:rPr>
              <a:t>Main</a:t>
            </a:r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F6C3B2B-6265-DB96-DA6F-CEF6209E2A6F}"/>
              </a:ext>
            </a:extLst>
          </p:cNvPr>
          <p:cNvCxnSpPr/>
          <p:nvPr/>
        </p:nvCxnSpPr>
        <p:spPr>
          <a:xfrm flipH="1">
            <a:off x="2643673" y="3168520"/>
            <a:ext cx="19438" cy="50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6E2A00D-787A-5898-4ADF-5EC91352DDBE}"/>
              </a:ext>
            </a:extLst>
          </p:cNvPr>
          <p:cNvCxnSpPr>
            <a:cxnSpLocks/>
          </p:cNvCxnSpPr>
          <p:nvPr/>
        </p:nvCxnSpPr>
        <p:spPr>
          <a:xfrm flipH="1">
            <a:off x="2644396" y="5014570"/>
            <a:ext cx="19438" cy="50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596DB8F-2984-B880-C60C-6358CB60BFD0}"/>
              </a:ext>
            </a:extLst>
          </p:cNvPr>
          <p:cNvCxnSpPr>
            <a:cxnSpLocks/>
          </p:cNvCxnSpPr>
          <p:nvPr/>
        </p:nvCxnSpPr>
        <p:spPr>
          <a:xfrm flipH="1">
            <a:off x="2633365" y="6719576"/>
            <a:ext cx="19438" cy="50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 descr="Interfaz de usuario gráfica, Diagrama, Aplicación&#10;&#10;El contenido generado por IA puede ser incorrecto.">
            <a:extLst>
              <a:ext uri="{FF2B5EF4-FFF2-40B4-BE49-F238E27FC236}">
                <a16:creationId xmlns:a16="http://schemas.microsoft.com/office/drawing/2014/main" id="{AA1F7021-5620-3DF9-6DA1-7EA571479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437" y="2149321"/>
            <a:ext cx="8193936" cy="576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5818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FAEB-EFE6-8464-6167-3F309618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0BF92E8-D0D0-60BF-FFA1-A59FF5ED47AC}"/>
              </a:ext>
            </a:extLst>
          </p:cNvPr>
          <p:cNvSpPr txBox="1"/>
          <p:nvPr/>
        </p:nvSpPr>
        <p:spPr>
          <a:xfrm>
            <a:off x="591767" y="213436"/>
            <a:ext cx="10671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Parametrización</a:t>
            </a:r>
            <a:endParaRPr lang="es-ES" sz="3200">
              <a:latin typeface="Bookman Old Style"/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E00151F0-A742-6D0C-FC4A-41C16E998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75" y="786591"/>
            <a:ext cx="7225079" cy="8113591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EBAF5494-3291-7CC0-DA90-5F88CA13C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114" y="651296"/>
            <a:ext cx="7248525" cy="734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4505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8F82-D8F8-692C-B107-F5248897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28620DF-2F7E-F1F3-F5D2-8C17683467C6}"/>
              </a:ext>
            </a:extLst>
          </p:cNvPr>
          <p:cNvSpPr txBox="1"/>
          <p:nvPr/>
        </p:nvSpPr>
        <p:spPr>
          <a:xfrm>
            <a:off x="591767" y="213436"/>
            <a:ext cx="10671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Parametrización</a:t>
            </a:r>
            <a:endParaRPr lang="es-ES" sz="3200">
              <a:latin typeface="Bookman Old Style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A4E80430-73C0-21E7-038F-E4C8B092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69" y="1111826"/>
            <a:ext cx="8617393" cy="64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3538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5298-2EB6-4AEB-E6EF-5D1D57F3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6D869F5-E13A-2178-E96B-2A843F8DB863}"/>
              </a:ext>
            </a:extLst>
          </p:cNvPr>
          <p:cNvSpPr txBox="1"/>
          <p:nvPr/>
        </p:nvSpPr>
        <p:spPr>
          <a:xfrm>
            <a:off x="591767" y="213436"/>
            <a:ext cx="10671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Funciones de generación de comandos</a:t>
            </a:r>
            <a:endParaRPr lang="es-ES" sz="3200">
              <a:latin typeface="Bookman Old Style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E1242621-B1FA-BEDA-216E-A333155E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33" y="798574"/>
            <a:ext cx="7620000" cy="7781925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9A12D7CA-C051-CB37-9E70-AD0FAB284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082" y="798481"/>
            <a:ext cx="7629525" cy="739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9861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13ED-5F57-CF3A-D8A9-9DCD9EE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4C1474B-DFD9-F718-F984-B4105B5118AA}"/>
              </a:ext>
            </a:extLst>
          </p:cNvPr>
          <p:cNvSpPr txBox="1"/>
          <p:nvPr/>
        </p:nvSpPr>
        <p:spPr>
          <a:xfrm>
            <a:off x="591767" y="213436"/>
            <a:ext cx="10671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Funciones de generación de comandos</a:t>
            </a:r>
            <a:endParaRPr lang="es-ES" sz="3200">
              <a:latin typeface="Bookman Old Style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B0EA11C6-DD02-AE78-589A-0281CA37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13" y="1119479"/>
            <a:ext cx="14003703" cy="46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1208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4497-C6DA-2308-251C-FFA33D13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026EEAF-D68D-83BD-CB56-BA8A0AB3BF9F}"/>
              </a:ext>
            </a:extLst>
          </p:cNvPr>
          <p:cNvSpPr txBox="1"/>
          <p:nvPr/>
        </p:nvSpPr>
        <p:spPr>
          <a:xfrm>
            <a:off x="591767" y="213436"/>
            <a:ext cx="10671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Funciones de generación de comandos</a:t>
            </a:r>
            <a:endParaRPr lang="es-ES" sz="3200">
              <a:latin typeface="Bookman Old Style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55870223-60F8-3984-9BE3-40A5D788D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31" y="1082740"/>
            <a:ext cx="7620000" cy="6667500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9C113D0-B984-7C42-218A-1A84E4C8A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322" y="1083226"/>
            <a:ext cx="7132759" cy="478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9115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B692-4797-58EB-1451-61185430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B968151-9DEC-D777-E7C6-9629D1A7DA67}"/>
              </a:ext>
            </a:extLst>
          </p:cNvPr>
          <p:cNvSpPr txBox="1"/>
          <p:nvPr/>
        </p:nvSpPr>
        <p:spPr>
          <a:xfrm>
            <a:off x="591767" y="213436"/>
            <a:ext cx="124908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Funciones de despliegue de comandos usando </a:t>
            </a:r>
            <a:r>
              <a:rPr lang="es-ES" sz="3200" err="1">
                <a:latin typeface="Bookman Old Style"/>
                <a:ea typeface="Calibri"/>
                <a:cs typeface="Calibri"/>
              </a:rPr>
              <a:t>Paramiko</a:t>
            </a:r>
            <a:endParaRPr lang="es-ES" sz="3200" err="1">
              <a:latin typeface="Bookman Old Style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4672F79E-AC5B-0D2E-8956-5779DAD6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23" y="935466"/>
            <a:ext cx="14744700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0933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4B1D-720E-F40C-F1D7-99C2BD0B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27AD3B2-D271-0EF5-DE7A-98D63E2328C0}"/>
              </a:ext>
            </a:extLst>
          </p:cNvPr>
          <p:cNvSpPr txBox="1"/>
          <p:nvPr/>
        </p:nvSpPr>
        <p:spPr>
          <a:xfrm>
            <a:off x="591767" y="213436"/>
            <a:ext cx="124908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latin typeface="Bookman Old Style"/>
                <a:ea typeface="Calibri"/>
                <a:cs typeface="Calibri"/>
              </a:rPr>
              <a:t>Main</a:t>
            </a: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705CC63F-4755-3E65-89E2-7007ED813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68" y="980200"/>
            <a:ext cx="14773763" cy="642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3543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94C9-3A2D-8796-64F2-CA970FC7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B12A5290-D7C9-DA78-B4F5-3ABF6564EB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330741" y="1023717"/>
            <a:ext cx="15396348" cy="7706165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7219FD77-C7B1-E00B-38A6-8DA94AC5FE96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EF97D7-B289-5354-1AE1-B58BA601C57D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598F75-E14C-6485-FA4C-CFD6D8E6CAAC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0AFCAC-912A-1835-397C-D842063A5FFB}"/>
              </a:ext>
            </a:extLst>
          </p:cNvPr>
          <p:cNvSpPr/>
          <p:nvPr/>
        </p:nvSpPr>
        <p:spPr>
          <a:xfrm>
            <a:off x="5807771" y="-76649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17E829-1190-B5B8-8E46-AC70A0CEFA20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A1B97B-74CE-7B5A-1B15-946B8FE45E57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763A95-96BE-7409-D940-0FFF9C018816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1890F3-D56B-7824-2500-5ECD19053713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0EAA0F9-DEFA-2C3F-A20A-BCEB033B1530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E407E11-AE71-5871-4894-22F81E5A9705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D4EA2B4-03CD-5C0D-418E-93EF638E5992}"/>
              </a:ext>
            </a:extLst>
          </p:cNvPr>
          <p:cNvSpPr/>
          <p:nvPr/>
        </p:nvSpPr>
        <p:spPr>
          <a:xfrm>
            <a:off x="809557" y="2482174"/>
            <a:ext cx="14572159" cy="2794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Parte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2 -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Configuracion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del enlace WAN y</a:t>
            </a:r>
            <a:endParaRPr lang="es-E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5400" b="1">
                <a:solidFill>
                  <a:srgbClr val="8B1A1A"/>
                </a:solidFill>
                <a:latin typeface="QuattrocentoSans"/>
                <a:ea typeface="Calibri"/>
                <a:cs typeface="Calibri"/>
              </a:rPr>
              <a:t>                  </a:t>
            </a:r>
            <a:r>
              <a:rPr lang="en-US" sz="5400" b="1" err="1">
                <a:solidFill>
                  <a:srgbClr val="8B1A1A"/>
                </a:solidFill>
                <a:latin typeface="QuattrocentoSans"/>
                <a:ea typeface="Calibri"/>
                <a:cs typeface="Calibri"/>
              </a:rPr>
              <a:t>conectividad</a:t>
            </a:r>
            <a:r>
              <a:rPr lang="en-US" sz="5400" b="1">
                <a:solidFill>
                  <a:srgbClr val="8B1A1A"/>
                </a:solidFill>
                <a:latin typeface="QuattrocentoSans"/>
                <a:ea typeface="Calibri"/>
                <a:cs typeface="Calibri"/>
              </a:rPr>
              <a:t> </a:t>
            </a:r>
            <a:r>
              <a:rPr lang="en-US" sz="5400" b="1" err="1">
                <a:solidFill>
                  <a:srgbClr val="8B1A1A"/>
                </a:solidFill>
                <a:latin typeface="QuattrocentoSans"/>
                <a:ea typeface="Calibri"/>
                <a:cs typeface="Calibri"/>
              </a:rPr>
              <a:t>hacia</a:t>
            </a:r>
            <a:r>
              <a:rPr lang="en-US" sz="5400" b="1">
                <a:solidFill>
                  <a:srgbClr val="8B1A1A"/>
                </a:solidFill>
                <a:latin typeface="QuattrocentoSans"/>
                <a:ea typeface="Calibri"/>
                <a:cs typeface="Calibri"/>
              </a:rPr>
              <a:t> Google. </a:t>
            </a:r>
            <a:endParaRPr lang="es-ES">
              <a:ea typeface="Calibri"/>
              <a:cs typeface="Calibri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FAD9F34-AC7B-1ECB-DA2F-39322DFD2DB6}"/>
              </a:ext>
            </a:extLst>
          </p:cNvPr>
          <p:cNvCxnSpPr/>
          <p:nvPr/>
        </p:nvCxnSpPr>
        <p:spPr>
          <a:xfrm>
            <a:off x="603115" y="3210128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6A40583-6F6E-0DD4-C019-3CEC43BA0D01}"/>
              </a:ext>
            </a:extLst>
          </p:cNvPr>
          <p:cNvSpPr txBox="1"/>
          <p:nvPr/>
        </p:nvSpPr>
        <p:spPr>
          <a:xfrm>
            <a:off x="1215956" y="4953000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0" i="0">
                <a:effectLst/>
                <a:latin typeface="Anthropic Sans"/>
              </a:rPr>
              <a:t>Script de </a:t>
            </a:r>
            <a:r>
              <a:rPr lang="en-US" sz="3200" err="1">
                <a:latin typeface="Anthropic Sans"/>
              </a:rPr>
              <a:t>salida</a:t>
            </a:r>
            <a:r>
              <a:rPr lang="en-US" sz="3200">
                <a:latin typeface="Anthropic Sans"/>
              </a:rPr>
              <a:t> a Google</a:t>
            </a:r>
            <a:endParaRPr lang="es-PE" sz="320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932EC3F-08F7-1602-BEB2-ED41283DBD99}"/>
              </a:ext>
            </a:extLst>
          </p:cNvPr>
          <p:cNvSpPr txBox="1"/>
          <p:nvPr/>
        </p:nvSpPr>
        <p:spPr>
          <a:xfrm>
            <a:off x="1215956" y="5891938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>
                <a:latin typeface="Anthropic Sans"/>
              </a:rPr>
              <a:t>Alex Yalan Campos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6E568525-23F2-D167-B067-EACE16EE6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9634" y="5073702"/>
            <a:ext cx="2817773" cy="281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7578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800" b="1" err="1">
                <a:solidFill>
                  <a:srgbClr val="8B1A1A"/>
                </a:solidFill>
                <a:latin typeface="QuattrocentoSans"/>
                <a:ea typeface="QuattrocentoSans"/>
              </a:rPr>
              <a:t>Comparativa</a:t>
            </a:r>
          </a:p>
        </p:txBody>
      </p:sp>
      <p:sp>
        <p:nvSpPr>
          <p:cNvPr id="21" name="Shape 19"/>
          <p:cNvSpPr/>
          <p:nvPr/>
        </p:nvSpPr>
        <p:spPr>
          <a:xfrm>
            <a:off x="616492" y="1353092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401875" y="2176713"/>
            <a:ext cx="7584558" cy="5649822"/>
          </a:xfrm>
          <a:prstGeom prst="rect">
            <a:avLst/>
          </a:prstGeom>
          <a:solidFill>
            <a:srgbClr val="F5F5F5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3472332" y="2351951"/>
            <a:ext cx="788581" cy="3792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8B1A1A"/>
                </a:solidFill>
                <a:latin typeface="Quattrocento Sans"/>
              </a:rPr>
              <a:t>Antes</a:t>
            </a:r>
          </a:p>
        </p:txBody>
      </p:sp>
      <p:sp>
        <p:nvSpPr>
          <p:cNvPr id="26" name="Shape 24"/>
          <p:cNvSpPr/>
          <p:nvPr/>
        </p:nvSpPr>
        <p:spPr>
          <a:xfrm>
            <a:off x="3425603" y="2725469"/>
            <a:ext cx="791535" cy="11814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2035385" y="7036212"/>
            <a:ext cx="4084676" cy="72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Branch2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aislada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 (sin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conexión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 a Google)</a:t>
            </a:r>
            <a:endParaRPr lang="en-US" sz="1200">
              <a:solidFill>
                <a:srgbClr val="F9FAFB"/>
              </a:solidFill>
              <a:highlight>
                <a:srgbClr val="151517"/>
              </a:highlight>
              <a:latin typeface="Quattrocento Sans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4" name="Imagen 23" descr="Texto&#10;&#10;El contenido generado por IA puede ser incorrecto.">
            <a:extLst>
              <a:ext uri="{FF2B5EF4-FFF2-40B4-BE49-F238E27FC236}">
                <a16:creationId xmlns:a16="http://schemas.microsoft.com/office/drawing/2014/main" id="{B51CD0F4-135E-213B-218A-3B6612B9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97" r="-170" b="46652"/>
          <a:stretch>
            <a:fillRect/>
          </a:stretch>
        </p:blipFill>
        <p:spPr>
          <a:xfrm>
            <a:off x="580141" y="3063388"/>
            <a:ext cx="7226979" cy="3931701"/>
          </a:xfrm>
          <a:prstGeom prst="rect">
            <a:avLst/>
          </a:prstGeom>
        </p:spPr>
      </p:pic>
      <p:sp>
        <p:nvSpPr>
          <p:cNvPr id="32" name="Shape 20">
            <a:extLst>
              <a:ext uri="{FF2B5EF4-FFF2-40B4-BE49-F238E27FC236}">
                <a16:creationId xmlns:a16="http://schemas.microsoft.com/office/drawing/2014/main" id="{46028E36-2E4B-A29A-E75F-CBCF90076862}"/>
              </a:ext>
            </a:extLst>
          </p:cNvPr>
          <p:cNvSpPr/>
          <p:nvPr/>
        </p:nvSpPr>
        <p:spPr>
          <a:xfrm>
            <a:off x="8194894" y="2178290"/>
            <a:ext cx="7655441" cy="5685264"/>
          </a:xfrm>
          <a:prstGeom prst="rect">
            <a:avLst/>
          </a:prstGeom>
          <a:solidFill>
            <a:srgbClr val="F5F5F5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A79CD09E-7A1B-69E2-F133-E9585FCC5332}"/>
              </a:ext>
            </a:extLst>
          </p:cNvPr>
          <p:cNvSpPr/>
          <p:nvPr/>
        </p:nvSpPr>
        <p:spPr>
          <a:xfrm>
            <a:off x="11417620" y="2294985"/>
            <a:ext cx="1048487" cy="438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err="1">
                <a:solidFill>
                  <a:srgbClr val="8B1A1A"/>
                </a:solidFill>
                <a:latin typeface="Quattrocento Sans"/>
              </a:rPr>
              <a:t>Despues</a:t>
            </a: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1CB24653-C87E-9AD5-4C3E-4E619A508543}"/>
              </a:ext>
            </a:extLst>
          </p:cNvPr>
          <p:cNvSpPr/>
          <p:nvPr/>
        </p:nvSpPr>
        <p:spPr>
          <a:xfrm>
            <a:off x="11418143" y="2726915"/>
            <a:ext cx="1216838" cy="11814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15AA78D-7AC7-5640-1587-ADF8FFF7F72B}"/>
              </a:ext>
            </a:extLst>
          </p:cNvPr>
          <p:cNvSpPr/>
          <p:nvPr/>
        </p:nvSpPr>
        <p:spPr>
          <a:xfrm>
            <a:off x="10542088" y="7084649"/>
            <a:ext cx="3186816" cy="72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Branch2 con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conexion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a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Googl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>
              <a:solidFill>
                <a:srgbClr val="2C2C2C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37" name="Imagen 36" descr="Texto&#10;&#10;El contenido generado por IA puede ser incorrecto.">
            <a:extLst>
              <a:ext uri="{FF2B5EF4-FFF2-40B4-BE49-F238E27FC236}">
                <a16:creationId xmlns:a16="http://schemas.microsoft.com/office/drawing/2014/main" id="{84ABA74A-E448-CA4A-98FB-986B3B7D3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179" y="3064125"/>
            <a:ext cx="6591300" cy="406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8B89C-6C82-2C96-922E-F745DDAC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984437F-1FB5-621A-BEB6-94EE6C497D6C}"/>
              </a:ext>
            </a:extLst>
          </p:cNvPr>
          <p:cNvSpPr/>
          <p:nvPr/>
        </p:nvSpPr>
        <p:spPr>
          <a:xfrm>
            <a:off x="4075683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7C7672-4327-912F-1E38-FAEBC51C8CEE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8C9241E-BAD0-1A8D-5889-0191E331449C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46ABC0-7EED-6C17-3FBD-8F0C16970AD5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519CD1-D490-99A2-B449-95CF2E3120E9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6A33070-5ABF-79D6-72FA-136F921BEE94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9C7ADBD-656C-E012-57FB-300165EF1972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1B72745-37F9-15A0-0BAD-4B7B69DF71FD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51C48DC-EBB9-0170-E79F-8F958E7F3E13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306946-C4E2-6FB9-17AE-7F7E71856401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800" b="1" err="1">
                <a:solidFill>
                  <a:srgbClr val="8B1A1A"/>
                </a:solidFill>
                <a:latin typeface="QuattrocentoSans"/>
                <a:ea typeface="QuattrocentoSans"/>
              </a:rPr>
              <a:t>Configuracion</a:t>
            </a:r>
            <a:r>
              <a:rPr lang="en-US" sz="2800" b="1">
                <a:solidFill>
                  <a:srgbClr val="8B1A1A"/>
                </a:solidFill>
                <a:latin typeface="QuattrocentoSans"/>
                <a:ea typeface="QuattrocentoSans"/>
              </a:rPr>
              <a:t> de la WAN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9A93058-F19B-FE21-4E37-5E225875C464}"/>
              </a:ext>
            </a:extLst>
          </p:cNvPr>
          <p:cNvSpPr/>
          <p:nvPr/>
        </p:nvSpPr>
        <p:spPr>
          <a:xfrm>
            <a:off x="616492" y="1353092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61F24A4-1097-25A8-055A-F70796526688}"/>
              </a:ext>
            </a:extLst>
          </p:cNvPr>
          <p:cNvSpPr/>
          <p:nvPr/>
        </p:nvSpPr>
        <p:spPr>
          <a:xfrm>
            <a:off x="3472332" y="2351951"/>
            <a:ext cx="788581" cy="3792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8B1A1A"/>
                </a:solidFill>
                <a:latin typeface="Quattrocento Sans"/>
              </a:rPr>
              <a:t>Antes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9C2D84E-EE1A-E1C4-B068-F08C492F56B9}"/>
              </a:ext>
            </a:extLst>
          </p:cNvPr>
          <p:cNvSpPr/>
          <p:nvPr/>
        </p:nvSpPr>
        <p:spPr>
          <a:xfrm>
            <a:off x="3425603" y="2725469"/>
            <a:ext cx="791535" cy="11814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571345-574A-0145-F0D6-3F0812D275F6}"/>
              </a:ext>
            </a:extLst>
          </p:cNvPr>
          <p:cNvSpPr/>
          <p:nvPr/>
        </p:nvSpPr>
        <p:spPr>
          <a:xfrm>
            <a:off x="2035385" y="7036212"/>
            <a:ext cx="4084676" cy="72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Branch2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aislada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 (sin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conexión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 a Google)</a:t>
            </a:r>
            <a:endParaRPr lang="en-US" sz="1200">
              <a:solidFill>
                <a:srgbClr val="F9FAFB"/>
              </a:solidFill>
              <a:highlight>
                <a:srgbClr val="151517"/>
              </a:highlight>
              <a:latin typeface="Quattrocento Sans"/>
              <a:ea typeface="Calibri"/>
              <a:cs typeface="Calibri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8E2528D-CE8C-6105-825A-7D9BFD0FA293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94B39486-C52F-7942-6D5E-5D1AFFF3DDD5}"/>
              </a:ext>
            </a:extLst>
          </p:cNvPr>
          <p:cNvSpPr/>
          <p:nvPr/>
        </p:nvSpPr>
        <p:spPr>
          <a:xfrm>
            <a:off x="11417620" y="2294985"/>
            <a:ext cx="1048487" cy="438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err="1">
                <a:solidFill>
                  <a:srgbClr val="8B1A1A"/>
                </a:solidFill>
                <a:latin typeface="Quattrocento Sans"/>
              </a:rPr>
              <a:t>Despues</a:t>
            </a: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2D4A4A8B-81D6-73B3-6194-6398C653B8F3}"/>
              </a:ext>
            </a:extLst>
          </p:cNvPr>
          <p:cNvSpPr/>
          <p:nvPr/>
        </p:nvSpPr>
        <p:spPr>
          <a:xfrm>
            <a:off x="10542088" y="7084649"/>
            <a:ext cx="3186816" cy="72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Branch2 con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conexion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a </a:t>
            </a:r>
            <a:r>
              <a:rPr lang="en-US" err="1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Googl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>
              <a:solidFill>
                <a:srgbClr val="2C2C2C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2EC1DBB7-C281-D02F-5CF5-F34773534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0" y="1595346"/>
            <a:ext cx="6700283" cy="7057214"/>
          </a:xfrm>
          <a:prstGeom prst="rect">
            <a:avLst/>
          </a:prstGeom>
        </p:spPr>
      </p:pic>
      <p:pic>
        <p:nvPicPr>
          <p:cNvPr id="28" name="Imagen 27" descr="Texto&#10;&#10;El contenido generado por IA puede ser incorrecto.">
            <a:extLst>
              <a:ext uri="{FF2B5EF4-FFF2-40B4-BE49-F238E27FC236}">
                <a16:creationId xmlns:a16="http://schemas.microsoft.com/office/drawing/2014/main" id="{401BF8C1-ECA5-A9D2-D28F-2B1043912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119" y="1589735"/>
            <a:ext cx="7877250" cy="704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8968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C9AB-B373-A118-343D-92539379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570BDBCA-F31D-A17F-C0F7-B0FE006F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330741" y="1023717"/>
            <a:ext cx="14226767" cy="7706165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EB9FBE1E-0967-99E1-AB46-A8B3CA79BBCF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4B39A6-3AB5-FBD6-E847-930818793BAC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CD41A4-C68D-AAC3-EDE0-2D7C89760073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1EA1C4-B588-C198-31B1-160180409F0F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2CDA152-56F6-4E28-03C9-4AA3508C6179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C35D72-F7E0-4728-085F-FB9EC7EF8933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E02F23A-CD38-C771-0CA0-8727FEB2D416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0B9ED6-1C8F-67CC-55DC-FC56C2702744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BF3C7E5-BB6D-9A4B-F014-5C9B6D5A1BA2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D7C822D-B29F-8522-AC81-AB4F6FFA159D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464C47-F3E9-68AE-F347-F640E65AC5E9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9ED654F-6409-3A3A-C971-6DA4ECE5ABD8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9617C9C-46E6-A83A-961E-CBA2A929C833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9B42295-726C-EC82-9156-1D50AE9B01F5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A5332B7-0893-5FBB-40B3-DDBE697F6627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A45836-8B04-1781-3EAE-6540E3B24D37}"/>
              </a:ext>
            </a:extLst>
          </p:cNvPr>
          <p:cNvSpPr/>
          <p:nvPr/>
        </p:nvSpPr>
        <p:spPr>
          <a:xfrm>
            <a:off x="809557" y="2482174"/>
            <a:ext cx="9681183" cy="2817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Parte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3 -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Explicación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de la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configuración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del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tunel</a:t>
            </a:r>
            <a:endParaRPr lang="es-ES" err="1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8A6F13A-940E-A444-5E75-74F1D20465AE}"/>
              </a:ext>
            </a:extLst>
          </p:cNvPr>
          <p:cNvCxnSpPr/>
          <p:nvPr/>
        </p:nvCxnSpPr>
        <p:spPr>
          <a:xfrm>
            <a:off x="603115" y="3210128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A04591E-668C-9FA6-E6DE-DE1C889FA288}"/>
              </a:ext>
            </a:extLst>
          </p:cNvPr>
          <p:cNvSpPr txBox="1"/>
          <p:nvPr/>
        </p:nvSpPr>
        <p:spPr>
          <a:xfrm>
            <a:off x="1215956" y="4953000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0" i="0">
                <a:effectLst/>
                <a:latin typeface="Anthropic Sans"/>
              </a:rPr>
              <a:t>Script de </a:t>
            </a:r>
            <a:r>
              <a:rPr lang="en-US" sz="3200" err="1">
                <a:latin typeface="Anthropic Sans"/>
              </a:rPr>
              <a:t>Tunelización</a:t>
            </a:r>
            <a:r>
              <a:rPr lang="en-US" sz="3200">
                <a:latin typeface="Anthropic Sans"/>
              </a:rPr>
              <a:t> entre CPEs</a:t>
            </a:r>
            <a:endParaRPr lang="es-PE" sz="320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9DFDEE6-3AE7-91AE-AE5D-695B6D873DF5}"/>
              </a:ext>
            </a:extLst>
          </p:cNvPr>
          <p:cNvSpPr txBox="1"/>
          <p:nvPr/>
        </p:nvSpPr>
        <p:spPr>
          <a:xfrm>
            <a:off x="1215956" y="5891938"/>
            <a:ext cx="812908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>
                <a:latin typeface="Anthropic Sans"/>
              </a:rPr>
              <a:t>Ghiro Peña Valderrama</a:t>
            </a:r>
          </a:p>
        </p:txBody>
      </p:sp>
      <p:pic>
        <p:nvPicPr>
          <p:cNvPr id="19" name="Imagen 18" descr="Conociendo Dynamic Multipoint VPN (DMVPN) - Cisco Community">
            <a:extLst>
              <a:ext uri="{FF2B5EF4-FFF2-40B4-BE49-F238E27FC236}">
                <a16:creationId xmlns:a16="http://schemas.microsoft.com/office/drawing/2014/main" id="{2D65FDB4-0C13-7795-7503-48B1CDEA4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064" y="4502329"/>
            <a:ext cx="4022066" cy="421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6183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27E95-8CFF-AFF0-CE7A-5C6EA5A0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1101C470-9852-A952-6129-2B0B9DB57C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942815" y="717680"/>
            <a:ext cx="14226767" cy="770616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DD7A5D5-3222-5A74-FA5C-9664D8B00C91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162446-1700-5D22-D434-33C38DC719B5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901A2E-DF12-4CB3-4A9C-9393B9BFDB15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62F211-155A-1526-3CC3-AA6EE50E21EA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1491486-F8B6-A8B9-D6F0-62DF0F0654B7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DCDE3BF-4C84-9A26-F765-90D887EB1501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C19AED-C305-975A-3B37-A225918FC921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4025FC-9AF0-A958-4CA3-6893AFEBEEBF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654868F-5FD3-FBB6-499F-9D0345F10EEC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B46707-8DA0-6C6E-3BE1-DCB87855FFD6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27AF08-C6FB-E1F0-5756-17799F5F723B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E9C4F13-3406-7FDA-090B-92F7333A9158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C7F0C24-9D72-189F-EAB3-037A6898F1AC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64C324F-21C1-CBF7-9866-264FC9D20392}"/>
              </a:ext>
            </a:extLst>
          </p:cNvPr>
          <p:cNvCxnSpPr/>
          <p:nvPr/>
        </p:nvCxnSpPr>
        <p:spPr>
          <a:xfrm>
            <a:off x="603115" y="551432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654A28FE-ED38-C19A-FD5C-79F1CC91F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94" y="1901009"/>
            <a:ext cx="7218212" cy="697056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1E3618B6-633E-5DCD-DCAD-8888419126FF}"/>
              </a:ext>
            </a:extLst>
          </p:cNvPr>
          <p:cNvSpPr txBox="1"/>
          <p:nvPr/>
        </p:nvSpPr>
        <p:spPr>
          <a:xfrm>
            <a:off x="1074572" y="871822"/>
            <a:ext cx="1192192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latin typeface="Bookman Old Style"/>
                <a:ea typeface="Calibri"/>
                <a:cs typeface="Calibri"/>
              </a:rPr>
              <a:t>Parametrización de la configuración</a:t>
            </a:r>
            <a:endParaRPr lang="es-ES" sz="4400">
              <a:latin typeface="Bookman Old Style"/>
            </a:endParaRPr>
          </a:p>
        </p:txBody>
      </p:sp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CC33EBF1-16C5-C14D-3A49-2F0B0D67D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102" y="3515112"/>
            <a:ext cx="7876995" cy="28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1249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0C55-20BB-8E85-65EB-5B77BE62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B7C27FFC-C50F-92CE-1B06-1D1482556B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942815" y="717680"/>
            <a:ext cx="14226767" cy="770616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20EE1DE-6A05-AD9E-19E0-5B44FBDE1B2F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093603-DC68-854A-ADF0-BE1D416D5D76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2631CE-9CD8-785D-08E3-0A304D97C4E3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1D6D69-E9D7-7103-D6AC-77E8BA0C8F3E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EDD05F-0B92-E2D8-AA1B-6B3034074759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0AD8ED-7CF0-D878-E379-70D526CA0C2A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97F8215-89EE-CCE7-E136-2D675EC45473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775D6D-801D-3F75-1476-B338A2907275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A332CE-DE3C-8761-427C-A022EC09D714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AB5DA8-6F0E-0601-9A25-EEBAF6686676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30BB97-15EF-2B76-B205-67D995180626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9391309-8332-20EE-7F6D-586128FB8CA1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B84E802-807F-1504-CB8E-24FB157DDDFD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41BFBA38-94D7-E19B-C9E0-33CA83919FBB}"/>
              </a:ext>
            </a:extLst>
          </p:cNvPr>
          <p:cNvCxnSpPr/>
          <p:nvPr/>
        </p:nvCxnSpPr>
        <p:spPr>
          <a:xfrm>
            <a:off x="603115" y="551432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32B8C29-2B94-A15F-261A-347A98AA21DC}"/>
              </a:ext>
            </a:extLst>
          </p:cNvPr>
          <p:cNvSpPr txBox="1"/>
          <p:nvPr/>
        </p:nvSpPr>
        <p:spPr>
          <a:xfrm>
            <a:off x="1017063" y="871822"/>
            <a:ext cx="115001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err="1">
                <a:latin typeface="Bookman Old Style"/>
                <a:ea typeface="Calibri"/>
                <a:cs typeface="Calibri"/>
              </a:rPr>
              <a:t>Funcion</a:t>
            </a:r>
            <a:r>
              <a:rPr lang="es-ES" sz="4400">
                <a:latin typeface="Bookman Old Style"/>
                <a:ea typeface="Calibri"/>
                <a:cs typeface="Calibri"/>
              </a:rPr>
              <a:t> generadora de DMVPN</a:t>
            </a:r>
            <a:endParaRPr lang="es-ES" sz="4400">
              <a:latin typeface="Bookman Old Style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2D79AAA9-A6D0-1C7E-F4B7-D1B903EE0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91" y="1912707"/>
            <a:ext cx="5424517" cy="6531213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47EB085-F014-ADB8-9E0D-D2EC3A24C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758" y="1905696"/>
            <a:ext cx="5071253" cy="650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7519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7182-46CF-7D8D-3A6C-CE70AFD9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BB23DCE0-6279-F326-1176-C498C3113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942815" y="717680"/>
            <a:ext cx="14226767" cy="770616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DEC08B1-CED4-6CDC-732A-82CE5042B89F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6E22F0-C443-EA0F-BD84-2C0F8F3264CB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5959AB-7EF0-2FB5-1A76-FA24954664CA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0007661-F7C4-EB50-9B0F-02188950EC92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6FC4C24-5129-9ED9-2F0F-DB56C2EF58A5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892509-27EE-64A0-660C-E968AF351078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8A4DE95-85F5-E961-8DEC-CA24B490916E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162A25-84FE-812A-3240-378E2471939E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A69CA0-B2A6-FB1D-FAB0-E7EC850E3565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415546-C6BA-D2A3-A092-33475BA4CCDA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AF518DD-00E4-4346-0C24-DB264017D702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AEDFC57-3D29-C44F-34C7-09C870FFABED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32433F1-25BE-61B7-912A-6D2466D44367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350665A-5EAB-316C-46A4-59A89B2E5191}"/>
              </a:ext>
            </a:extLst>
          </p:cNvPr>
          <p:cNvCxnSpPr/>
          <p:nvPr/>
        </p:nvCxnSpPr>
        <p:spPr>
          <a:xfrm>
            <a:off x="603115" y="551432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36005E-90A8-9E1D-E597-971936887D56}"/>
              </a:ext>
            </a:extLst>
          </p:cNvPr>
          <p:cNvSpPr txBox="1"/>
          <p:nvPr/>
        </p:nvSpPr>
        <p:spPr>
          <a:xfrm>
            <a:off x="1017063" y="871822"/>
            <a:ext cx="1128931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latin typeface="Bookman Old Style"/>
                <a:ea typeface="Calibri"/>
                <a:cs typeface="Calibri"/>
              </a:rPr>
              <a:t>Uso de </a:t>
            </a:r>
            <a:r>
              <a:rPr lang="es-ES" sz="4400" err="1">
                <a:latin typeface="Bookman Old Style"/>
                <a:ea typeface="Calibri"/>
                <a:cs typeface="Calibri"/>
              </a:rPr>
              <a:t>paramiko</a:t>
            </a:r>
            <a:r>
              <a:rPr lang="es-ES" sz="4400">
                <a:latin typeface="Bookman Old Style"/>
                <a:ea typeface="Calibri"/>
                <a:cs typeface="Calibri"/>
              </a:rPr>
              <a:t> – Bucle de ejecución</a:t>
            </a: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9D39E5B-0B16-F7E2-DF0C-5A3373966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79" y="2285150"/>
            <a:ext cx="7883106" cy="6108220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9D04DEC7-20E8-55AB-5687-9505A986C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343" y="2277526"/>
            <a:ext cx="7564167" cy="482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5059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353C-4638-EB92-79EF-D31DB405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F7ACF910-EEE5-2ED5-B240-5D49D5F1D0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942815" y="717680"/>
            <a:ext cx="14226767" cy="770616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601A0C6-D906-A9AE-EEA7-D4D1A6D2BC4F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12183D-5034-94B3-60D6-9CF6C5FD8B7D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DE3953-A8C2-AAC9-37EA-F5149C47B775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44468A-9C8E-BBE4-F8BE-AA9755749AC4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2ED43A-2AF9-BBD4-3E6F-F0B265758BCF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37A7F0-A19D-E5B5-D012-EE9B99C52C01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9CA553-DB22-0226-A969-CE90EB56A5B4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24AF1A-905F-F125-EC5B-C194BBB17CE3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DB94BCC-6130-9FA4-0295-0647608D836A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732E81-AEE0-9BD6-9251-A61C098F5CDE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E6BBD42-1114-1253-FAE3-212EEFA675BE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62AB52D-2511-6D25-6896-C78F42EC406F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510FFDE-1B4A-8C41-B175-8C0E681131BA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366CB89-31E9-18D3-3DA1-ABC431FEE9FD}"/>
              </a:ext>
            </a:extLst>
          </p:cNvPr>
          <p:cNvCxnSpPr/>
          <p:nvPr/>
        </p:nvCxnSpPr>
        <p:spPr>
          <a:xfrm>
            <a:off x="603115" y="551432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B548F70-334F-F103-BB79-1DF19D1AA6EC}"/>
              </a:ext>
            </a:extLst>
          </p:cNvPr>
          <p:cNvSpPr txBox="1"/>
          <p:nvPr/>
        </p:nvSpPr>
        <p:spPr>
          <a:xfrm>
            <a:off x="1017063" y="871822"/>
            <a:ext cx="142798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>
                <a:latin typeface="Bookman Old Style"/>
                <a:ea typeface="Calibri"/>
                <a:cs typeface="Calibri"/>
              </a:rPr>
              <a:t>Ejecución del Script</a:t>
            </a: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4A578B57-F0D9-37B9-51AC-34A3D00B6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992" y="2079898"/>
            <a:ext cx="10381291" cy="59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5838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4338-E265-9E01-AB58-2F9D5A97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98E9416C-CB6C-18A2-3A24-3DD12D2813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330741" y="1023717"/>
            <a:ext cx="14226767" cy="7706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2A214E3-5343-5B79-0547-4537EF56BC47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F3FF13-40DB-4CA8-BB01-EE3EDB5F27FF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CA2C03-3794-44BE-98B4-7C5A58028092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D10154-991A-0D48-7D1C-B2CC63877B55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133B76-585D-1E16-6B0A-D8277A6D7C46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862FB2-935D-2A5C-B2B1-D270DFBC59DE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613BC8-1CB4-5053-7850-D408709EAABB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93C9715-5AD1-C4E5-9E39-A8E6DA958F25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DC1AD9-DEA1-386F-874A-A8032A9D560A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CD87905-3551-9430-0D88-07CFB6BDD6C1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40F9D8-9AA3-A246-F521-8597CE26FDC9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61281A7-BB99-DD11-309D-82C15CD824BF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3F49824-90FE-8CEF-6F03-C5E8E14EC66F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DF0A5B6-1F67-A97A-A7A6-2587FD41D2C2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729549A-35DA-2A1A-8C74-ECEC93F81263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97609D6-0BD4-6F58-2801-341088D2E425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089335A-EA35-202E-6AEE-8584AD221DF0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AE04A27-1E04-65F3-E1BF-530A812F6E5A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819FBB5-F418-BB39-33FD-0A84C415CF9D}"/>
              </a:ext>
            </a:extLst>
          </p:cNvPr>
          <p:cNvSpPr/>
          <p:nvPr/>
        </p:nvSpPr>
        <p:spPr>
          <a:xfrm>
            <a:off x="809557" y="2482174"/>
            <a:ext cx="9681183" cy="2817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Parte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4 -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Validación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y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Verificación</a:t>
            </a:r>
            <a:r>
              <a:rPr lang="en-US" sz="5400" b="1">
                <a:solidFill>
                  <a:srgbClr val="8B1A1A"/>
                </a:solidFill>
                <a:latin typeface="QuattrocentoSans"/>
              </a:rPr>
              <a:t> </a:t>
            </a:r>
          </a:p>
          <a:p>
            <a:r>
              <a:rPr lang="en-US" sz="5400" b="1">
                <a:solidFill>
                  <a:srgbClr val="8B1A1A"/>
                </a:solidFill>
                <a:latin typeface="QuattrocentoSans"/>
              </a:rPr>
              <a:t>de </a:t>
            </a:r>
            <a:r>
              <a:rPr lang="en-US" sz="5400" b="1" err="1">
                <a:solidFill>
                  <a:srgbClr val="8B1A1A"/>
                </a:solidFill>
                <a:latin typeface="QuattrocentoSans"/>
              </a:rPr>
              <a:t>configuración</a:t>
            </a:r>
            <a:endParaRPr lang="en-US" sz="5400" b="1">
              <a:solidFill>
                <a:srgbClr val="8B1A1A"/>
              </a:solidFill>
              <a:latin typeface="QuattrocentoSans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376C3C2-20A0-2ACE-6C74-FCFFE707DA5D}"/>
              </a:ext>
            </a:extLst>
          </p:cNvPr>
          <p:cNvCxnSpPr/>
          <p:nvPr/>
        </p:nvCxnSpPr>
        <p:spPr>
          <a:xfrm>
            <a:off x="603115" y="3210128"/>
            <a:ext cx="0" cy="1361872"/>
          </a:xfrm>
          <a:prstGeom prst="line">
            <a:avLst/>
          </a:prstGeom>
          <a:ln w="57150">
            <a:solidFill>
              <a:srgbClr val="8B1A1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7DCFCDB-B5C7-B0BB-1671-5784E2097784}"/>
              </a:ext>
            </a:extLst>
          </p:cNvPr>
          <p:cNvSpPr txBox="1"/>
          <p:nvPr/>
        </p:nvSpPr>
        <p:spPr>
          <a:xfrm>
            <a:off x="1215956" y="4953000"/>
            <a:ext cx="812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>
                <a:effectLst/>
                <a:latin typeface="Anthropic Sans"/>
              </a:rPr>
              <a:t>Script de health-checks DMVPN + OSPF</a:t>
            </a:r>
            <a:endParaRPr lang="es-PE" sz="320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0E277C-5E44-D534-DA4A-B5A1D7F497D1}"/>
              </a:ext>
            </a:extLst>
          </p:cNvPr>
          <p:cNvSpPr txBox="1"/>
          <p:nvPr/>
        </p:nvSpPr>
        <p:spPr>
          <a:xfrm>
            <a:off x="1215956" y="5891938"/>
            <a:ext cx="812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>
                <a:effectLst/>
                <a:latin typeface="Anthropic Sans"/>
              </a:rPr>
              <a:t>Bryan Alejandro Cucho Suyo</a:t>
            </a:r>
            <a:endParaRPr lang="es-PE" sz="320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92097D34-F949-1CBD-B62A-505432DC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5062" y="5202210"/>
            <a:ext cx="2817773" cy="281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3179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9E4D-6F2C-06AD-8C05-C09BB168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C22A29-6EBB-0FEF-A191-09DBAD58367E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76CE09-03C1-D323-7269-7B1C9EF83EE0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902AF6-DEEC-828A-5FC4-C57D17506479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997ABF-9BCB-7E6B-D581-4C9F94D761BA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056110-5256-5DD5-51FE-FF77811B6C03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8D49E2-80FB-5246-EE20-63B02078C04B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AA4F42-5B30-BD66-1926-6B8541D6EE39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451F9B-D890-1F6B-21E0-21B1CD8AEC78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44C5C0-879C-345D-0894-FB434F9AFB24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F06517-5A79-88FD-4D77-540CB3A3080A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711915-11A5-2946-E0A5-10082738B525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641E2C-AB01-A29B-A42E-08A2636BF3BD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1E29932-72EC-AF6D-F147-EF343C8FD411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D2EF1A0-068A-1ECF-1D02-5557B89F3A2F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A94DE8-8343-7922-5258-CBF417174495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276611E-3796-9B93-86CC-8355FA594CAB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6982E60-71E2-D668-6D3D-133462DAF431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09CE584-0AF9-96DE-8891-755AA622BFCC}"/>
              </a:ext>
            </a:extLst>
          </p:cNvPr>
          <p:cNvSpPr/>
          <p:nvPr/>
        </p:nvSpPr>
        <p:spPr>
          <a:xfrm>
            <a:off x="635000" y="1176507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CC6D0BD-7F28-5529-E502-876A9AD9CB12}"/>
              </a:ext>
            </a:extLst>
          </p:cNvPr>
          <p:cNvSpPr/>
          <p:nvPr/>
        </p:nvSpPr>
        <p:spPr>
          <a:xfrm>
            <a:off x="863600" y="109274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err="1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Objetivos</a:t>
            </a:r>
            <a:r>
              <a:rPr lang="en-US" sz="3600" b="1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 </a:t>
            </a:r>
            <a:r>
              <a:rPr lang="en-US" sz="3600" b="1" err="1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Alcance</a:t>
            </a:r>
            <a:endParaRPr lang="en-US" sz="3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B67ED44-1B0B-CF37-B04E-3F0462B65AE9}"/>
              </a:ext>
            </a:extLst>
          </p:cNvPr>
          <p:cNvSpPr/>
          <p:nvPr/>
        </p:nvSpPr>
        <p:spPr>
          <a:xfrm>
            <a:off x="635000" y="1741251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31E9DA0-0A90-CF07-AFB3-0294B7096CA2}"/>
              </a:ext>
            </a:extLst>
          </p:cNvPr>
          <p:cNvSpPr/>
          <p:nvPr/>
        </p:nvSpPr>
        <p:spPr>
          <a:xfrm>
            <a:off x="654913" y="2415204"/>
            <a:ext cx="6985000" cy="853714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011E19E-A662-C042-436C-BFCEAC60ECE0}"/>
              </a:ext>
            </a:extLst>
          </p:cNvPr>
          <p:cNvSpPr/>
          <p:nvPr/>
        </p:nvSpPr>
        <p:spPr>
          <a:xfrm>
            <a:off x="718413" y="2453964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72026C-75D8-0B2E-2AFA-291051467E22}"/>
              </a:ext>
            </a:extLst>
          </p:cNvPr>
          <p:cNvSpPr/>
          <p:nvPr/>
        </p:nvSpPr>
        <p:spPr>
          <a:xfrm>
            <a:off x="718413" y="2453964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8C2C8B5-B470-B53E-71A8-1B33C76E54F4}"/>
              </a:ext>
            </a:extLst>
          </p:cNvPr>
          <p:cNvSpPr/>
          <p:nvPr/>
        </p:nvSpPr>
        <p:spPr>
          <a:xfrm>
            <a:off x="1556613" y="2631764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Validar tunes DMVPN y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IpsEC</a:t>
            </a:r>
            <a:endParaRPr lang="en-US" sz="20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FCA83F7-87D9-96B3-D3FB-9CF42523413E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76" name="Shape 0">
            <a:extLst>
              <a:ext uri="{FF2B5EF4-FFF2-40B4-BE49-F238E27FC236}">
                <a16:creationId xmlns:a16="http://schemas.microsoft.com/office/drawing/2014/main" id="{5F066032-18C7-3D84-97AB-ABA221A87C21}"/>
              </a:ext>
            </a:extLst>
          </p:cNvPr>
          <p:cNvSpPr/>
          <p:nvPr/>
        </p:nvSpPr>
        <p:spPr>
          <a:xfrm>
            <a:off x="9077" y="9077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8" name="Shape 1">
            <a:extLst>
              <a:ext uri="{FF2B5EF4-FFF2-40B4-BE49-F238E27FC236}">
                <a16:creationId xmlns:a16="http://schemas.microsoft.com/office/drawing/2014/main" id="{AA7A00AF-ED53-54AB-1955-CA61A5610A49}"/>
              </a:ext>
            </a:extLst>
          </p:cNvPr>
          <p:cNvSpPr/>
          <p:nvPr/>
        </p:nvSpPr>
        <p:spPr>
          <a:xfrm>
            <a:off x="9077" y="9077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FF120F82-50C0-AC44-56AA-F53D687B4BE6}"/>
              </a:ext>
            </a:extLst>
          </p:cNvPr>
          <p:cNvSpPr/>
          <p:nvPr/>
        </p:nvSpPr>
        <p:spPr>
          <a:xfrm>
            <a:off x="32486" y="3822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EE383F5D-CB4F-5300-3D44-93461D8AA89F}"/>
              </a:ext>
            </a:extLst>
          </p:cNvPr>
          <p:cNvSpPr/>
          <p:nvPr/>
        </p:nvSpPr>
        <p:spPr>
          <a:xfrm>
            <a:off x="2041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86495BC8-F071-FC09-804B-BBFEE9C51085}"/>
              </a:ext>
            </a:extLst>
          </p:cNvPr>
          <p:cNvSpPr/>
          <p:nvPr/>
        </p:nvSpPr>
        <p:spPr>
          <a:xfrm>
            <a:off x="2041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86" name="Shape 5">
            <a:extLst>
              <a:ext uri="{FF2B5EF4-FFF2-40B4-BE49-F238E27FC236}">
                <a16:creationId xmlns:a16="http://schemas.microsoft.com/office/drawing/2014/main" id="{365D47B2-DDA5-878B-45F8-3708AE3CCBBC}"/>
              </a:ext>
            </a:extLst>
          </p:cNvPr>
          <p:cNvSpPr/>
          <p:nvPr/>
        </p:nvSpPr>
        <p:spPr>
          <a:xfrm>
            <a:off x="4073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24451316-0E11-F0D4-D24C-5AB7CEA36FC2}"/>
              </a:ext>
            </a:extLst>
          </p:cNvPr>
          <p:cNvSpPr/>
          <p:nvPr/>
        </p:nvSpPr>
        <p:spPr>
          <a:xfrm>
            <a:off x="4073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CC135E00-FD63-7EC9-A09C-229A598AA542}"/>
              </a:ext>
            </a:extLst>
          </p:cNvPr>
          <p:cNvSpPr/>
          <p:nvPr/>
        </p:nvSpPr>
        <p:spPr>
          <a:xfrm>
            <a:off x="6105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29383BBD-C739-AF40-5100-A123275432D7}"/>
              </a:ext>
            </a:extLst>
          </p:cNvPr>
          <p:cNvSpPr/>
          <p:nvPr/>
        </p:nvSpPr>
        <p:spPr>
          <a:xfrm>
            <a:off x="6105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9777DC4D-DE62-8341-C584-88310FC32AFA}"/>
              </a:ext>
            </a:extLst>
          </p:cNvPr>
          <p:cNvSpPr/>
          <p:nvPr/>
        </p:nvSpPr>
        <p:spPr>
          <a:xfrm>
            <a:off x="8137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A4C9F034-EDE3-5F37-AD12-F055DA1A4FAC}"/>
              </a:ext>
            </a:extLst>
          </p:cNvPr>
          <p:cNvSpPr/>
          <p:nvPr/>
        </p:nvSpPr>
        <p:spPr>
          <a:xfrm>
            <a:off x="8137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05 </a:t>
            </a:r>
            <a:r>
              <a:rPr lang="en-US" sz="130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Pruebas</a:t>
            </a:r>
            <a:endParaRPr lang="en-US" sz="1600"/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90E6970D-3AF8-E19C-7C91-DF0BEBEDE414}"/>
              </a:ext>
            </a:extLst>
          </p:cNvPr>
          <p:cNvSpPr/>
          <p:nvPr/>
        </p:nvSpPr>
        <p:spPr>
          <a:xfrm>
            <a:off x="10169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78029645-B675-9436-E32E-F8D8B74BD0B8}"/>
              </a:ext>
            </a:extLst>
          </p:cNvPr>
          <p:cNvSpPr/>
          <p:nvPr/>
        </p:nvSpPr>
        <p:spPr>
          <a:xfrm>
            <a:off x="10169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06 Cierre</a:t>
            </a:r>
            <a:endParaRPr lang="en-US" sz="1300">
              <a:solidFill>
                <a:srgbClr val="FFFFFF">
                  <a:alpha val="80000"/>
                </a:srgbClr>
              </a:solidFill>
              <a:latin typeface="Quattrocento Sans"/>
            </a:endParaRPr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CBF89577-BCB5-2A58-8CF2-7404C7E7D937}"/>
              </a:ext>
            </a:extLst>
          </p:cNvPr>
          <p:cNvSpPr/>
          <p:nvPr/>
        </p:nvSpPr>
        <p:spPr>
          <a:xfrm>
            <a:off x="12201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4" name="Shape 15">
            <a:extLst>
              <a:ext uri="{FF2B5EF4-FFF2-40B4-BE49-F238E27FC236}">
                <a16:creationId xmlns:a16="http://schemas.microsoft.com/office/drawing/2014/main" id="{EBB4AF06-238D-FC15-6649-0A2657BE897B}"/>
              </a:ext>
            </a:extLst>
          </p:cNvPr>
          <p:cNvSpPr/>
          <p:nvPr/>
        </p:nvSpPr>
        <p:spPr>
          <a:xfrm>
            <a:off x="14233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4E814126-802E-A8D1-CC74-FEA2A5389B80}"/>
              </a:ext>
            </a:extLst>
          </p:cNvPr>
          <p:cNvSpPr/>
          <p:nvPr/>
        </p:nvSpPr>
        <p:spPr>
          <a:xfrm>
            <a:off x="654913" y="3854308"/>
            <a:ext cx="6985000" cy="840202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18FEB010-25EF-FDAA-998A-02E1BF18908F}"/>
              </a:ext>
            </a:extLst>
          </p:cNvPr>
          <p:cNvSpPr/>
          <p:nvPr/>
        </p:nvSpPr>
        <p:spPr>
          <a:xfrm>
            <a:off x="718413" y="3893068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FBA4CC70-6FB4-345E-4378-F91542D02C6D}"/>
              </a:ext>
            </a:extLst>
          </p:cNvPr>
          <p:cNvSpPr/>
          <p:nvPr/>
        </p:nvSpPr>
        <p:spPr>
          <a:xfrm>
            <a:off x="718413" y="3893068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02992F6-EC51-94C2-79D4-14663B1BCD5F}"/>
              </a:ext>
            </a:extLst>
          </p:cNvPr>
          <p:cNvSpPr/>
          <p:nvPr/>
        </p:nvSpPr>
        <p:spPr>
          <a:xfrm>
            <a:off x="1556613" y="4070868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Verificar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vecindades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y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rutas</a:t>
            </a:r>
            <a:endParaRPr lang="en-US" sz="200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5D1963E0-E1CA-328E-E3B9-8371A7B3498B}"/>
              </a:ext>
            </a:extLst>
          </p:cNvPr>
          <p:cNvSpPr/>
          <p:nvPr/>
        </p:nvSpPr>
        <p:spPr>
          <a:xfrm>
            <a:off x="680313" y="5173865"/>
            <a:ext cx="6985000" cy="787356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84DD7F5B-0CF9-21EF-0149-A322FA26889B}"/>
              </a:ext>
            </a:extLst>
          </p:cNvPr>
          <p:cNvSpPr/>
          <p:nvPr/>
        </p:nvSpPr>
        <p:spPr>
          <a:xfrm>
            <a:off x="743813" y="5212625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8DD8C81B-F6C9-3BD6-37EC-53752FA20965}"/>
              </a:ext>
            </a:extLst>
          </p:cNvPr>
          <p:cNvSpPr/>
          <p:nvPr/>
        </p:nvSpPr>
        <p:spPr>
          <a:xfrm>
            <a:off x="743813" y="5212625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A69D0827-EDD3-7716-3F36-70FB221B3A50}"/>
              </a:ext>
            </a:extLst>
          </p:cNvPr>
          <p:cNvSpPr/>
          <p:nvPr/>
        </p:nvSpPr>
        <p:spPr>
          <a:xfrm>
            <a:off x="1582013" y="5390425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Confirmar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conectividad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Branch2 – HQ. </a:t>
            </a:r>
          </a:p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redundancia</a:t>
            </a:r>
            <a:endParaRPr lang="en-US" sz="2000"/>
          </a:p>
        </p:txBody>
      </p:sp>
      <p:sp>
        <p:nvSpPr>
          <p:cNvPr id="58" name="Trapecio 57">
            <a:extLst>
              <a:ext uri="{FF2B5EF4-FFF2-40B4-BE49-F238E27FC236}">
                <a16:creationId xmlns:a16="http://schemas.microsoft.com/office/drawing/2014/main" id="{C6316134-D392-D5CE-9486-3207A684451C}"/>
              </a:ext>
            </a:extLst>
          </p:cNvPr>
          <p:cNvSpPr/>
          <p:nvPr/>
        </p:nvSpPr>
        <p:spPr>
          <a:xfrm rot="10800000">
            <a:off x="11103838" y="3774070"/>
            <a:ext cx="2946836" cy="1112100"/>
          </a:xfrm>
          <a:prstGeom prst="trapezoid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9" name="Trapecio 58">
            <a:extLst>
              <a:ext uri="{FF2B5EF4-FFF2-40B4-BE49-F238E27FC236}">
                <a16:creationId xmlns:a16="http://schemas.microsoft.com/office/drawing/2014/main" id="{DD36C8A9-05C1-35D7-1256-2C392BC480EE}"/>
              </a:ext>
            </a:extLst>
          </p:cNvPr>
          <p:cNvSpPr/>
          <p:nvPr/>
        </p:nvSpPr>
        <p:spPr>
          <a:xfrm rot="10800000">
            <a:off x="10527356" y="2373816"/>
            <a:ext cx="3978097" cy="1112101"/>
          </a:xfrm>
          <a:prstGeom prst="trapezoid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Trapecio 59">
            <a:extLst>
              <a:ext uri="{FF2B5EF4-FFF2-40B4-BE49-F238E27FC236}">
                <a16:creationId xmlns:a16="http://schemas.microsoft.com/office/drawing/2014/main" id="{881EB521-8D7F-F9C3-0FE2-0899BFB217AB}"/>
              </a:ext>
            </a:extLst>
          </p:cNvPr>
          <p:cNvSpPr/>
          <p:nvPr/>
        </p:nvSpPr>
        <p:spPr>
          <a:xfrm rot="10800000">
            <a:off x="11642537" y="5174322"/>
            <a:ext cx="1905652" cy="1038342"/>
          </a:xfrm>
          <a:prstGeom prst="trapezoid">
            <a:avLst/>
          </a:prstGeom>
          <a:solidFill>
            <a:srgbClr val="F17F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6F4618B6-6FD9-0464-C890-508A51535B28}"/>
              </a:ext>
            </a:extLst>
          </p:cNvPr>
          <p:cNvSpPr/>
          <p:nvPr/>
        </p:nvSpPr>
        <p:spPr>
          <a:xfrm>
            <a:off x="11720357" y="5557853"/>
            <a:ext cx="1635977" cy="421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6 CPEs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86C58E43-03A2-43F3-15BF-8A1B5806D54C}"/>
              </a:ext>
            </a:extLst>
          </p:cNvPr>
          <p:cNvSpPr/>
          <p:nvPr/>
        </p:nvSpPr>
        <p:spPr>
          <a:xfrm>
            <a:off x="10591950" y="4093525"/>
            <a:ext cx="1635977" cy="421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OSPF + DMVPN</a:t>
            </a:r>
            <a:endParaRPr lang="en-US" sz="2400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7D4669D9-2B44-C313-1651-502AC4A65658}"/>
              </a:ext>
            </a:extLst>
          </p:cNvPr>
          <p:cNvSpPr/>
          <p:nvPr/>
        </p:nvSpPr>
        <p:spPr>
          <a:xfrm>
            <a:off x="10852176" y="2707708"/>
            <a:ext cx="3978097" cy="578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E2E ping + Traceroute</a:t>
            </a:r>
            <a:endParaRPr lang="en-US" sz="240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73A69792-4E79-091E-48D1-8FE83D341571}"/>
              </a:ext>
            </a:extLst>
          </p:cNvPr>
          <p:cNvSpPr/>
          <p:nvPr/>
        </p:nvSpPr>
        <p:spPr>
          <a:xfrm>
            <a:off x="11215773" y="6144686"/>
            <a:ext cx="6781800" cy="156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0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Orden de las </a:t>
            </a:r>
            <a:r>
              <a:rPr lang="en-US" sz="2400" err="1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Pruebas</a:t>
            </a:r>
            <a:endParaRPr lang="en-US" sz="240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770EEC9D-E212-29FF-29CF-74765A1D9D52}"/>
              </a:ext>
            </a:extLst>
          </p:cNvPr>
          <p:cNvSpPr/>
          <p:nvPr/>
        </p:nvSpPr>
        <p:spPr>
          <a:xfrm>
            <a:off x="571500" y="7233913"/>
            <a:ext cx="6985000" cy="1347262"/>
          </a:xfrm>
          <a:prstGeom prst="rect">
            <a:avLst/>
          </a:prstGeom>
          <a:solidFill>
            <a:schemeClr val="accent2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pPr algn="ctr"/>
            <a:r>
              <a:rPr lang="es-PE" sz="2400" b="1">
                <a:solidFill>
                  <a:schemeClr val="bg1"/>
                </a:solidFill>
              </a:rPr>
              <a:t>Nota:</a:t>
            </a:r>
          </a:p>
          <a:p>
            <a:pPr algn="ctr"/>
            <a:r>
              <a:rPr lang="es-PE" sz="2400" b="1">
                <a:solidFill>
                  <a:schemeClr val="bg1"/>
                </a:solidFill>
              </a:rPr>
              <a:t>Se consultó con el profesor el cambio del protocolo EIGRP por OSPF en la configuración solicitada</a:t>
            </a:r>
          </a:p>
        </p:txBody>
      </p:sp>
    </p:spTree>
    <p:extLst>
      <p:ext uri="{BB962C8B-B14F-4D97-AF65-F5344CB8AC3E}">
        <p14:creationId xmlns:p14="http://schemas.microsoft.com/office/powerpoint/2010/main" val="164732266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CA85-045D-AADA-5809-5DDDADB4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7C0BB5-F060-6861-DD1A-A1367EB4F872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4CDF7D-55A3-3A85-4D6B-A236ACA08CBE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1B9A87-5DDF-F4C2-7E09-523A39FA96C0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89E16E-874D-62C6-3AE6-DA4E5AC8AE09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9D0BBE-BCF8-82AE-0012-A93CAFE0421B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C2C28D-63AC-6F59-152F-8A8165EB8DAD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E4E358-1E9C-BDA4-7404-499DA18EE6A3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DC44EC-57C8-DF6D-43ED-94C901871025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1BFD56-9368-F611-E3CC-2654D08176B8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A3C9531-3165-1B89-6624-CB1BAD48DF82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4483F-F338-A68F-202A-617EACFA7D13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81A6596-8BD2-897F-47A1-0CA80D5B8BD4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9911CC-BB14-F2F1-7F49-3A4AF6ECD489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7F78909-9567-21FD-5669-7FE39D663476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71B521-7F58-52D9-358C-95BFDC1940A0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0AD62E-FAAD-1667-0D06-9B65E34786AE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56E9666-3261-D5C8-CC5B-4E344B6E53BE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B6B80F-A86E-B035-239D-CB4E56B6B6B3}"/>
              </a:ext>
            </a:extLst>
          </p:cNvPr>
          <p:cNvSpPr/>
          <p:nvPr/>
        </p:nvSpPr>
        <p:spPr>
          <a:xfrm>
            <a:off x="635000" y="1176507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1D6E913-8413-94E5-F423-A65974E85B30}"/>
              </a:ext>
            </a:extLst>
          </p:cNvPr>
          <p:cNvSpPr/>
          <p:nvPr/>
        </p:nvSpPr>
        <p:spPr>
          <a:xfrm>
            <a:off x="863600" y="109274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err="1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</a:t>
            </a:r>
            <a:r>
              <a:rPr lang="en-US" sz="3600" b="1">
                <a:solidFill>
                  <a:srgbClr val="8B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 Script</a:t>
            </a:r>
            <a:endParaRPr lang="en-US" sz="3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BD14AF1-6A4E-B7B6-E23D-6F417C60AA1A}"/>
              </a:ext>
            </a:extLst>
          </p:cNvPr>
          <p:cNvSpPr/>
          <p:nvPr/>
        </p:nvSpPr>
        <p:spPr>
          <a:xfrm>
            <a:off x="635000" y="1741251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C3C831B-AB58-325F-6868-77A091ABB1DB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76" name="Shape 0">
            <a:extLst>
              <a:ext uri="{FF2B5EF4-FFF2-40B4-BE49-F238E27FC236}">
                <a16:creationId xmlns:a16="http://schemas.microsoft.com/office/drawing/2014/main" id="{C853BD06-3655-0E05-1729-416D0E4B2098}"/>
              </a:ext>
            </a:extLst>
          </p:cNvPr>
          <p:cNvSpPr/>
          <p:nvPr/>
        </p:nvSpPr>
        <p:spPr>
          <a:xfrm>
            <a:off x="9077" y="9077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8" name="Shape 1">
            <a:extLst>
              <a:ext uri="{FF2B5EF4-FFF2-40B4-BE49-F238E27FC236}">
                <a16:creationId xmlns:a16="http://schemas.microsoft.com/office/drawing/2014/main" id="{A374072E-A9EC-14F4-3DC5-444F4D71436C}"/>
              </a:ext>
            </a:extLst>
          </p:cNvPr>
          <p:cNvSpPr/>
          <p:nvPr/>
        </p:nvSpPr>
        <p:spPr>
          <a:xfrm>
            <a:off x="9077" y="9077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1B143445-C870-D9E2-4826-31ACAE7CA15A}"/>
              </a:ext>
            </a:extLst>
          </p:cNvPr>
          <p:cNvSpPr/>
          <p:nvPr/>
        </p:nvSpPr>
        <p:spPr>
          <a:xfrm>
            <a:off x="32486" y="3822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0CBDDFBF-F4EB-55B5-DB25-662516683056}"/>
              </a:ext>
            </a:extLst>
          </p:cNvPr>
          <p:cNvSpPr/>
          <p:nvPr/>
        </p:nvSpPr>
        <p:spPr>
          <a:xfrm>
            <a:off x="2041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46B4CE77-D88D-AF81-5AC7-30D5C35CA5CD}"/>
              </a:ext>
            </a:extLst>
          </p:cNvPr>
          <p:cNvSpPr/>
          <p:nvPr/>
        </p:nvSpPr>
        <p:spPr>
          <a:xfrm>
            <a:off x="2041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86" name="Shape 5">
            <a:extLst>
              <a:ext uri="{FF2B5EF4-FFF2-40B4-BE49-F238E27FC236}">
                <a16:creationId xmlns:a16="http://schemas.microsoft.com/office/drawing/2014/main" id="{1C9171FF-9764-37DE-0448-EB600DEBC9F2}"/>
              </a:ext>
            </a:extLst>
          </p:cNvPr>
          <p:cNvSpPr/>
          <p:nvPr/>
        </p:nvSpPr>
        <p:spPr>
          <a:xfrm>
            <a:off x="4073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D8DF0540-431C-73DE-654A-3C24D078542E}"/>
              </a:ext>
            </a:extLst>
          </p:cNvPr>
          <p:cNvSpPr/>
          <p:nvPr/>
        </p:nvSpPr>
        <p:spPr>
          <a:xfrm>
            <a:off x="4073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D287CA92-7783-78DC-97CE-8317F92A7BA2}"/>
              </a:ext>
            </a:extLst>
          </p:cNvPr>
          <p:cNvSpPr/>
          <p:nvPr/>
        </p:nvSpPr>
        <p:spPr>
          <a:xfrm>
            <a:off x="6105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B8F9E3B4-8CE4-76DC-79F5-EAE516A8EFD2}"/>
              </a:ext>
            </a:extLst>
          </p:cNvPr>
          <p:cNvSpPr/>
          <p:nvPr/>
        </p:nvSpPr>
        <p:spPr>
          <a:xfrm>
            <a:off x="6105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379BD6C3-07B2-48AD-8399-7A638637A6E7}"/>
              </a:ext>
            </a:extLst>
          </p:cNvPr>
          <p:cNvSpPr/>
          <p:nvPr/>
        </p:nvSpPr>
        <p:spPr>
          <a:xfrm>
            <a:off x="8137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083E556C-F1AD-55B6-8868-F1BDE7A04C27}"/>
              </a:ext>
            </a:extLst>
          </p:cNvPr>
          <p:cNvSpPr/>
          <p:nvPr/>
        </p:nvSpPr>
        <p:spPr>
          <a:xfrm>
            <a:off x="8137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05 </a:t>
            </a:r>
            <a:r>
              <a:rPr lang="en-US" sz="130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Pruebas</a:t>
            </a:r>
            <a:endParaRPr lang="en-US" sz="1600"/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44B49CC5-2B62-2885-4067-ABECB7DDCDAE}"/>
              </a:ext>
            </a:extLst>
          </p:cNvPr>
          <p:cNvSpPr/>
          <p:nvPr/>
        </p:nvSpPr>
        <p:spPr>
          <a:xfrm>
            <a:off x="10169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2553CA13-02D0-54E0-9CDC-D55DBFA2D59B}"/>
              </a:ext>
            </a:extLst>
          </p:cNvPr>
          <p:cNvSpPr/>
          <p:nvPr/>
        </p:nvSpPr>
        <p:spPr>
          <a:xfrm>
            <a:off x="10169077" y="9077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06 Cierre</a:t>
            </a:r>
            <a:endParaRPr lang="en-US" sz="1300">
              <a:solidFill>
                <a:srgbClr val="FFFFFF">
                  <a:alpha val="80000"/>
                </a:srgbClr>
              </a:solidFill>
              <a:latin typeface="Quattrocento Sans"/>
            </a:endParaRPr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82489D19-57E9-5DE5-E4C6-A65942836BFE}"/>
              </a:ext>
            </a:extLst>
          </p:cNvPr>
          <p:cNvSpPr/>
          <p:nvPr/>
        </p:nvSpPr>
        <p:spPr>
          <a:xfrm>
            <a:off x="12201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4" name="Shape 15">
            <a:extLst>
              <a:ext uri="{FF2B5EF4-FFF2-40B4-BE49-F238E27FC236}">
                <a16:creationId xmlns:a16="http://schemas.microsoft.com/office/drawing/2014/main" id="{A378F0CA-A5A4-AFA5-DB54-02863E301529}"/>
              </a:ext>
            </a:extLst>
          </p:cNvPr>
          <p:cNvSpPr/>
          <p:nvPr/>
        </p:nvSpPr>
        <p:spPr>
          <a:xfrm>
            <a:off x="14233077" y="85277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graphicFrame>
        <p:nvGraphicFramePr>
          <p:cNvPr id="26" name="Diagrama 25">
            <a:extLst>
              <a:ext uri="{FF2B5EF4-FFF2-40B4-BE49-F238E27FC236}">
                <a16:creationId xmlns:a16="http://schemas.microsoft.com/office/drawing/2014/main" id="{45345A28-4931-0F25-5444-F25EDF20DD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4634446"/>
              </p:ext>
            </p:extLst>
          </p:nvPr>
        </p:nvGraphicFramePr>
        <p:xfrm>
          <a:off x="635000" y="2209370"/>
          <a:ext cx="15252650" cy="4722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CuadroTexto 29">
            <a:extLst>
              <a:ext uri="{FF2B5EF4-FFF2-40B4-BE49-F238E27FC236}">
                <a16:creationId xmlns:a16="http://schemas.microsoft.com/office/drawing/2014/main" id="{C33DB696-0C98-8BD8-CCA7-00A27D46655D}"/>
              </a:ext>
            </a:extLst>
          </p:cNvPr>
          <p:cNvSpPr txBox="1"/>
          <p:nvPr/>
        </p:nvSpPr>
        <p:spPr>
          <a:xfrm>
            <a:off x="2435047" y="6640426"/>
            <a:ext cx="13436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200" b="0" i="0">
                <a:effectLst/>
                <a:latin typeface="Anthropic Sans"/>
              </a:rPr>
              <a:t>Solo lectura: </a:t>
            </a:r>
            <a:r>
              <a:rPr lang="es-PE" sz="3200" b="1" i="0" err="1">
                <a:effectLst/>
                <a:latin typeface="Anthropic Sans"/>
              </a:rPr>
              <a:t>exec_command</a:t>
            </a:r>
            <a:r>
              <a:rPr lang="es-PE" sz="3200" b="1" i="0">
                <a:effectLst/>
                <a:latin typeface="Anthropic Sans"/>
              </a:rPr>
              <a:t>() </a:t>
            </a:r>
            <a:r>
              <a:rPr lang="es-PE" sz="3200" b="0" i="0">
                <a:effectLst/>
                <a:latin typeface="Anthropic Sans"/>
              </a:rPr>
              <a:t>ejecuta show, no realiza modificaciones </a:t>
            </a:r>
            <a:endParaRPr lang="es-PE" sz="320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639FDC0-FBD4-29CE-EBB3-A08E779649A7}"/>
              </a:ext>
            </a:extLst>
          </p:cNvPr>
          <p:cNvSpPr txBox="1"/>
          <p:nvPr/>
        </p:nvSpPr>
        <p:spPr>
          <a:xfrm>
            <a:off x="635000" y="2200293"/>
            <a:ext cx="13436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200" b="0" i="0">
                <a:effectLst/>
                <a:latin typeface="Anthropic Sans"/>
              </a:rPr>
              <a:t>Flujo horizontal con las </a:t>
            </a:r>
            <a:r>
              <a:rPr lang="es-PE" sz="3200" b="0" i="0" err="1">
                <a:effectLst/>
                <a:latin typeface="Anthropic Sans"/>
              </a:rPr>
              <a:t>etadas</a:t>
            </a:r>
            <a:r>
              <a:rPr lang="es-PE" sz="3200" b="0" i="0">
                <a:effectLst/>
                <a:latin typeface="Anthropic Sans"/>
              </a:rPr>
              <a:t> de ejecución del script</a:t>
            </a:r>
            <a:endParaRPr lang="es-PE" sz="3200"/>
          </a:p>
        </p:txBody>
      </p:sp>
    </p:spTree>
    <p:extLst>
      <p:ext uri="{BB962C8B-B14F-4D97-AF65-F5344CB8AC3E}">
        <p14:creationId xmlns:p14="http://schemas.microsoft.com/office/powerpoint/2010/main" val="32244092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B0ACF-DF6C-E4A9-5381-A543AF1D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4C206B-64F5-BCE9-88B6-E19DB192C023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BAA3DE-D468-4DF3-D709-2841077583D2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CD9B4F-C5C7-F03D-4AA8-F2D2E3AA16B8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A959C8-9B97-4F0D-16B4-96588424CF2B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CFEE86-621B-8028-6F5B-514B73218C53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D8D76A0-6459-390B-8B96-66A55137EF75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D05817-2BF4-5812-6FD0-C4001325A4B4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47B253-1A5A-0434-B88E-D144D7DD9F43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0992B0-B48E-7EBB-53B6-EF58E8909639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A05AB69-DC18-3DE4-8A85-858A749D7AD1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15651F-9014-91AA-35BD-9B7C16A3BF56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FCA503-7220-68A9-B24D-8925E47188C6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2ECFB2-32F6-1718-7212-D2CE9B14C883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E47C902-071B-8EE1-438E-44C605D3E421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95A269-1A88-EDA6-140D-6FBBE66CD231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1463D0E-9C4A-C04F-E88E-00B55380AF58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CA2A39-B1A1-9746-3768-2E7E782163B7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319492-780A-E67B-DFA9-D640FBE46217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0256CE-8ACC-09DB-25A4-8B6E37A1180F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Inventario</a:t>
            </a: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 auto-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descubierto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9F105D9-9D75-5CD7-F332-053DFCF51863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4608242-9ED9-9CA5-238A-332793C47E91}"/>
              </a:ext>
            </a:extLst>
          </p:cNvPr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B690241-7542-9782-B77B-AD8C35C53554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9A0E433-58E2-6D51-8D83-B58DAB75A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684706"/>
            <a:ext cx="4133549" cy="307779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D65C1D2-8AB7-0F97-75BF-D00DA0511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357" y="920099"/>
            <a:ext cx="6378643" cy="142969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4F89906-91F3-9F2A-2CE8-48AE38EBE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39" y="5199999"/>
            <a:ext cx="7144761" cy="323280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7013B396-14A1-CBC9-AA8B-F0972B489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763" y="2568696"/>
            <a:ext cx="6893237" cy="629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8679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8AA9-E153-D757-A935-B5F5198A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2B38B8-0679-C1A2-1DCF-2A08664C01D3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A523B9-C37C-38E8-E52A-F35EC8EC7B8F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662B87-0513-BC5C-8AE4-457B8E833E5D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111A6B-1225-079B-EDEC-74874C965062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217EA8-EB1A-65C8-331A-ED3C46F18ED2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81A37C-7355-D876-E36D-0C054F7D5383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310D94-839B-534F-6684-C29817EB9A14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BCB2557-B108-9979-91F5-5248E5B9210C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5250EB-F91A-F1E9-5FE9-8B7B1C41B603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48E198-6460-B907-6B53-983A9FE2929E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B8B6CD0-6E65-E98E-9B5C-4E512F8CE942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D2D10BD-2F94-5C81-7AC0-21B6728D4652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B88719C-1BF3-01EF-B253-91B883A914A0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567079-3E0D-45B5-F94A-F28D7764424C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E71DD2-9E4E-E9AC-7D65-FE293F211417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AA72160-189F-81B9-6F82-4C3258DFE32F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D27A385-BA9D-F5D1-9C07-B0ADDF733D33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0CDFE4-32FA-A248-5929-A57C87E702A8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BE6022-863E-7601-1116-59CE860561C7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Estado Base DMVPN, OSPF, Rutas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BCF428-B97B-DE21-C701-335FBF0E950F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EDBBFE5-5A69-AB46-0502-58EFC73358E9}"/>
              </a:ext>
            </a:extLst>
          </p:cNvPr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6D929BB-6EE3-7CFB-CA61-7FD7E18D2809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7A15DF9-A648-2B3A-AC86-03428BA0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7" y="1694774"/>
            <a:ext cx="6060040" cy="340251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116A53C-9944-5076-B9F6-C9EC4F170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068244"/>
            <a:ext cx="4059538" cy="166231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BB54DE8-D520-F193-3432-774ADD011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780" y="5487733"/>
            <a:ext cx="3149220" cy="136511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DB17B305-31F0-4A4D-A503-B67E0821E6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746" y="1505644"/>
            <a:ext cx="8995436" cy="660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5666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2B50-233E-91A6-8FD5-00869EB7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9AED0-976D-485A-4F8A-D871BCEE7592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5960FD-043B-BF0A-C598-1ED812AADD18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90B1F8-8349-E48E-6F8C-81806B1AE456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E53493-2E55-FDAE-CBBF-21796E8BA0EE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EA2E69-7476-8A55-7EE2-D81F6B7CAE7A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46866F6-43D3-0969-2A90-A75E65C426C1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AC9036-B947-64E6-7E41-DF3E5AB71D64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EEB8D1-B1A6-A45A-1953-87A11244FA4A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7BFF09-15BE-B3DF-0895-39074B63A761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F489E55-A6C9-E365-068B-B854E4A9BC45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4AD04E-D4E4-618D-5BC6-27F7DEF532A0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308031-9666-4236-342A-79117CFED028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130F97-6EE8-7CB0-4CF3-9A296B53EA37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1278FD4-556F-2238-2C28-AFF491166867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DB3096-B4F7-6541-81EB-7F59246004D6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EB52B06-0F57-13DE-35BA-518A868FBF5E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FAA2E9F-8572-D7AB-6EAC-24BB851B6FE7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EFED288-D952-3EC1-DF2F-DDF442C19A4F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CE4D4B4-FF12-F82D-4C5B-E39FE13BD100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Seguridad</a:t>
            </a: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Redundancia</a:t>
            </a: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 T4-T5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DCFBF4F-4B91-0C77-3AB9-6E7F47AC0914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EF11463-5FB6-0460-2ABD-52D4AB842D6C}"/>
              </a:ext>
            </a:extLst>
          </p:cNvPr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4DECE33-77A1-CD94-5804-C780D9F3833A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58C0F33-6F50-E84E-9C02-06CC1AE9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97000"/>
            <a:ext cx="8864060" cy="74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564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26C3-F189-C6BC-241D-413CF5C9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A4894D-75E6-5EB6-136D-65E115B9248B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9A9D8C-22F8-4C9E-E5F1-2749C673782A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CB7643-0849-DE5C-7C5B-3484C602E1B2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332231-124D-B52A-C40F-4E0BC6EFF383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5FBC2F-8F5E-98D1-F226-83B0C43E5A81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45ACA0-FB4D-F15E-CB9C-BF61BADA5F1A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2BA77D-E12F-4EBF-3071-6A2B9A62769D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30F573-5BA8-CEB9-7BA7-A0E65C56DA6F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9BFB3E-F168-D4EA-2158-7C7557B262F1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EC67AF-9099-98A3-2195-FD3D06508B5B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B32D46-20FA-C5FB-6ADC-9A6F54E841EF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7AD4E7-19A1-6DE5-E2A8-79AD26C1C573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912EB7-C139-30B9-1566-FFDC2F706C7E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DF0CFC-8FC2-A0C5-B687-9AAABD5F5CB6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FED17A1-174D-20BA-F1CE-8A12C0571878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1971AAF-9D97-D4BB-9EA5-A4A934B3BD18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AB95CB4-D1F2-135B-D7B5-4C636580A4FA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D5A3656-18D2-F25B-AEE0-1F61305E02EF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C52277B-9601-0EDA-5C3D-11FDD319FAD9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Conexion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EndEnd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46604BA-DA9B-4620-32E5-1BD0906C27FE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711EDF4-1E4A-8190-6D64-FDF0A2833C8E}"/>
              </a:ext>
            </a:extLst>
          </p:cNvPr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3796E9F-D484-3A44-2C09-26A2507C626F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C72EB62-8854-935D-EABA-514810531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21" y="1625600"/>
            <a:ext cx="9417317" cy="721216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F035096-F0DA-F3A5-2941-DB7551D70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952" y="3597785"/>
            <a:ext cx="6360048" cy="32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2936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CB42-8688-BE9D-DDEA-82C366F4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C70E5A-09C2-4DC9-E360-EB7A8624E68E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D5B80F-24CA-876F-C86C-8ED1F131E946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341739-5C71-877E-051B-7DEFC2AD035F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7447B4-C240-68E8-8FF1-1EDFDAD5BDDB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359E1D-AEE8-B218-2CD6-33B97B20A819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3E34EE-632B-B18E-41AA-1E08CC3ECD86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E4258A-582F-7EE6-EB7B-783A480E79BA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A0D8734-AD33-846B-9417-CD0106148D5D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771B55-9B5B-2342-B04F-EA36486D186C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1FF24B-BB18-77BF-2102-1C7B01BFBEBF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9B68D04-095A-BCDB-E02B-E336B23D4AB9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6ADC9C-F7CD-2D85-04FB-29D2E8E0B46D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709FFA-0E95-2615-4775-AF8B3D36EB8D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1FE1A26-915F-132C-E26E-0083142DABB0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DBC7B8-ECF5-009A-F3AA-0C8906BCCF98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DB980A4-5FF7-1705-32CB-EC8AAE641603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7B2C1A-4B13-21B4-A881-F8EAE1EE0E3E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222A51F-6715-5796-C65F-A884ECF3E7EF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3F4273-E8CE-BA65-2EFD-3011A417747F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err="1">
                <a:latin typeface="QuattrocentoSans"/>
              </a:rPr>
              <a:t>Prueba</a:t>
            </a:r>
            <a:r>
              <a:rPr lang="en-US" sz="3200">
                <a:latin typeface="QuattrocentoSans"/>
              </a:rPr>
              <a:t> de </a:t>
            </a:r>
            <a:r>
              <a:rPr lang="en-US" sz="3200" err="1">
                <a:latin typeface="QuattrocentoSans"/>
              </a:rPr>
              <a:t>redundancia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B399FC-E04B-316C-B717-5E26BCA67377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83997C8-0DE7-FF07-38DA-C4F3503141E2}"/>
              </a:ext>
            </a:extLst>
          </p:cNvPr>
          <p:cNvSpPr/>
          <p:nvPr/>
        </p:nvSpPr>
        <p:spPr>
          <a:xfrm>
            <a:off x="635000" y="15494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6D8A0FE-2275-90E6-7DE6-3521A50E7DF3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6B616B3-7D30-EDC8-F74D-3FB7959B6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68" y="1727201"/>
            <a:ext cx="7607029" cy="50008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CE2004D-1787-CF19-30A7-3495ECD8F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501" y="3508171"/>
            <a:ext cx="8401996" cy="51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1782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5852-6293-4DE5-3EC6-0849FBFE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8F6639-1D73-3310-287E-CAA70DE01D0F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F1224E-6C65-BC8A-E70E-2F032AE5A715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C582B0-3CBB-9EED-7C08-9105C7C314D0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45D5A4-7B88-EEFD-D7BE-629ECAECFF73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7CA75F-4E01-6D6B-962E-4A128DF265DA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3BE877-02CB-1FB5-617B-3A5A9A29062C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914654-AFCC-E176-B400-48947C6C3CCA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F24E9F-62E5-B4FB-BA77-CD2DDE605D0D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E6AEC55-5084-E672-9CEF-526E0190BAA7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1B72B6C-26DA-0977-F274-A0B40CA4A724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2BF14E-C7A5-007E-8581-81AFB9747481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37727E5-E7BF-E83D-8B1A-6B7A01A8A57A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F84E92C-6DBC-9CC4-08D2-34E901E26522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C6735C8-0942-2230-096E-2B3444E0558A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8EAFEA-B607-8FE8-F2D9-49BB20574858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7572221-26A9-6180-B987-17393DC8AA2F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AE9165-4962-3110-A88D-CB1D5904822E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A87A27A-B281-F484-0504-479FA040316E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B1DC4B0-B788-991A-4ADF-0104E5180BFE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Sistema de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reporte</a:t>
            </a: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automatico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A483A9-ED00-3B5A-16BF-1DF195C06C84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190B6B4-4320-C4D0-4319-2CED8463FF2F}"/>
              </a:ext>
            </a:extLst>
          </p:cNvPr>
          <p:cNvSpPr/>
          <p:nvPr/>
        </p:nvSpPr>
        <p:spPr>
          <a:xfrm>
            <a:off x="635000" y="1587500"/>
            <a:ext cx="14986000" cy="6350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D18D50F-F400-7F12-0300-1C48CD627FA5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1DB9430-2CB7-89DB-5F97-FB497D7017BC}"/>
              </a:ext>
            </a:extLst>
          </p:cNvPr>
          <p:cNvSpPr/>
          <p:nvPr/>
        </p:nvSpPr>
        <p:spPr>
          <a:xfrm>
            <a:off x="10787975" y="2481296"/>
            <a:ext cx="3011250" cy="93615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/>
              <a:t>OK</a:t>
            </a:r>
          </a:p>
          <a:p>
            <a:pPr algn="ctr"/>
            <a:r>
              <a:rPr lang="es-PE" sz="2400"/>
              <a:t>Estado esperado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49BA0694-73A8-1B26-6596-1450262516D9}"/>
              </a:ext>
            </a:extLst>
          </p:cNvPr>
          <p:cNvSpPr/>
          <p:nvPr/>
        </p:nvSpPr>
        <p:spPr>
          <a:xfrm>
            <a:off x="10826885" y="5358490"/>
            <a:ext cx="3011250" cy="93615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/>
              <a:t>FAIL</a:t>
            </a:r>
          </a:p>
          <a:p>
            <a:pPr algn="ctr"/>
            <a:r>
              <a:rPr lang="es-PE" sz="2400"/>
              <a:t>Bloquea el despliegue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B584C20-DFB0-4439-D22F-3FC51267E66B}"/>
              </a:ext>
            </a:extLst>
          </p:cNvPr>
          <p:cNvSpPr/>
          <p:nvPr/>
        </p:nvSpPr>
        <p:spPr>
          <a:xfrm>
            <a:off x="10787975" y="3948890"/>
            <a:ext cx="3011250" cy="93615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/>
              <a:t>WARN</a:t>
            </a:r>
          </a:p>
          <a:p>
            <a:pPr algn="ctr"/>
            <a:r>
              <a:rPr lang="es-PE" sz="2400"/>
              <a:t>Operativo sin trafico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59737F4F-120D-66B8-F319-647F5642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630" y="6214492"/>
            <a:ext cx="1803161" cy="180316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59A945B-F411-3D06-3F17-9197A7095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28" y="3417449"/>
            <a:ext cx="6812196" cy="325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0655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C330-3561-F7B1-A4F6-24E15313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D62BDE-DEA2-9E73-0984-A2EF017EC4E2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438C2A-5E97-378F-006D-CF027E95AB7C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184764-758C-F6B4-C47D-D46ADEFD9F44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1DA97A-E95D-8837-EB79-C63916CEF1A3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FAEAD3-8F8C-D87D-97BE-DD76351D81C0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47D917-E6A0-438F-26EB-3A38F9A10C26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4117B5-06A1-7134-5A1A-93FB3B33EAD6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455B6F4-1285-1AC6-D80E-61F22B25BD6D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4DFD33-76B2-0802-991F-9675B60816C9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91E477-FB71-1D98-943E-0FB32B745243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A07BF2-A5E0-301B-080F-7BDD9CADB534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C0C64F4-448F-AD2F-53B1-5DD09098FAD0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B8437D-85EB-27F6-731A-ED703D4A664B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360C808-6AFB-1419-A6CE-6EDC7ACAEA31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532B3D-3548-1EE9-94CB-5E736F81C819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F6F76F3-B7C4-1146-ABAA-B15E755186B3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5564221-92C3-CDCC-C3FE-53D209373AB0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C6FD69A-1F20-9492-BA7B-512CCBE52EB7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B7D04F-AE55-9573-B1D5-5D923DAE7E2D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Cierre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evidencias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7EA6C4A-A7C1-CC94-3E78-29ECBE164EA0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94904F3-227A-1E87-8A7F-3AEFE9202E60}"/>
              </a:ext>
            </a:extLst>
          </p:cNvPr>
          <p:cNvSpPr/>
          <p:nvPr/>
        </p:nvSpPr>
        <p:spPr>
          <a:xfrm>
            <a:off x="635000" y="1587499"/>
            <a:ext cx="14986000" cy="7251697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3CBECAA-5DB2-7CCE-32BF-1B51CF42FDC3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536A42CB-8F57-9E73-3537-B0EAC23B65AD}"/>
              </a:ext>
            </a:extLst>
          </p:cNvPr>
          <p:cNvSpPr/>
          <p:nvPr/>
        </p:nvSpPr>
        <p:spPr>
          <a:xfrm>
            <a:off x="1016000" y="1672881"/>
            <a:ext cx="4275847" cy="4298239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92431042-16C8-F5EF-F340-31C04A3669B4}"/>
              </a:ext>
            </a:extLst>
          </p:cNvPr>
          <p:cNvSpPr/>
          <p:nvPr/>
        </p:nvSpPr>
        <p:spPr>
          <a:xfrm>
            <a:off x="1168400" y="1790220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Inventario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de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Descubrimiento</a:t>
            </a:r>
            <a:endParaRPr lang="en-US" sz="200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2DB012ED-8494-B3A8-60BF-47DB4DDDA7DB}"/>
              </a:ext>
            </a:extLst>
          </p:cNvPr>
          <p:cNvSpPr/>
          <p:nvPr/>
        </p:nvSpPr>
        <p:spPr>
          <a:xfrm>
            <a:off x="1168400" y="4301629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B91993F8-0E81-2D28-59DA-978F01390D9D}"/>
              </a:ext>
            </a:extLst>
          </p:cNvPr>
          <p:cNvSpPr/>
          <p:nvPr/>
        </p:nvSpPr>
        <p:spPr>
          <a:xfrm>
            <a:off x="1193800" y="5621186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9278BA9B-7646-22D2-7F88-27833500399F}"/>
              </a:ext>
            </a:extLst>
          </p:cNvPr>
          <p:cNvSpPr/>
          <p:nvPr/>
        </p:nvSpPr>
        <p:spPr>
          <a:xfrm>
            <a:off x="5909553" y="1616256"/>
            <a:ext cx="4810328" cy="5104959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4DCFB627-BA65-307E-AA31-A46FE3AB5816}"/>
              </a:ext>
            </a:extLst>
          </p:cNvPr>
          <p:cNvSpPr/>
          <p:nvPr/>
        </p:nvSpPr>
        <p:spPr>
          <a:xfrm>
            <a:off x="5990077" y="1790220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Verificación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SSH y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Conectividad</a:t>
            </a:r>
            <a:endParaRPr lang="en-US" sz="200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26C76F22-9AFA-5CFD-AC74-663BACC154A0}"/>
              </a:ext>
            </a:extLst>
          </p:cNvPr>
          <p:cNvSpPr/>
          <p:nvPr/>
        </p:nvSpPr>
        <p:spPr>
          <a:xfrm>
            <a:off x="10964155" y="1672881"/>
            <a:ext cx="4275847" cy="4298239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C1FA5845-B2EE-80AE-6E1B-19A8632535A3}"/>
              </a:ext>
            </a:extLst>
          </p:cNvPr>
          <p:cNvSpPr/>
          <p:nvPr/>
        </p:nvSpPr>
        <p:spPr>
          <a:xfrm>
            <a:off x="11984742" y="1672881"/>
            <a:ext cx="3255258" cy="665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 de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Opciones</a:t>
            </a:r>
            <a:endParaRPr lang="en-US" sz="200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3B9105D8-46B8-5BFA-3C3D-632B9A940168}"/>
              </a:ext>
            </a:extLst>
          </p:cNvPr>
          <p:cNvSpPr/>
          <p:nvPr/>
        </p:nvSpPr>
        <p:spPr>
          <a:xfrm>
            <a:off x="2292485" y="7543100"/>
            <a:ext cx="11671030" cy="10681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pPr algn="ctr"/>
            <a:r>
              <a:rPr lang="es-PE" sz="2800" b="1"/>
              <a:t>El Scrip no modifica nada</a:t>
            </a:r>
          </a:p>
          <a:p>
            <a:pPr algn="ctr"/>
            <a:r>
              <a:rPr lang="es-PE" sz="2800"/>
              <a:t>Es la prueba reproducible de los pasos 1, 2 y 3 produjeron una red sana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FC24BBF-055E-C51C-1755-F2CAE3AC6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77" y="2438831"/>
            <a:ext cx="5114491" cy="44703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14E8AB1-5008-0669-6C46-5A915B05A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898" y="2610948"/>
            <a:ext cx="4587638" cy="422946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CD158D0-9CB1-D7C5-9467-BC3C2C78F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0076" y="2538006"/>
            <a:ext cx="4275847" cy="47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0254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83505-04AA-0E49-2F87-4F88812B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106E3F-3D75-02E2-CA20-C57BFEA168A3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3D071A-A437-101A-1A8D-704D59EF6402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B47B45-32DA-DE1B-56BB-0A7FC30388DE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15BCAB-B038-7AA5-5C7B-F29D91C64722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A32247-E807-D2DF-AC3D-0967234B79D1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2BDF27-9D3C-A863-50C2-99CDE3CBBB2F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7586B2-0915-7BFE-2A9F-57B4F564E9D6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5C44A3B-F42F-9511-1A73-735F04FEBC89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E8BB83-635D-407D-9167-12C78B2F6CE3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B42C54A-5B02-3169-5578-2E554BE9C9C1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04C02D-A57F-5C1F-73A9-B25D79109A41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BA64484-B06D-7D06-A5D6-89E33AD92F3F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D7034BE-174E-A331-9F1E-37CDECDC008F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8FD9E2D-CC45-AEB5-A432-216CE23A6C36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49745F3-CE4B-2B18-2574-D8E25198B897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75D02A5-E5AA-1A30-3A45-4F752F1F19D2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BF6B7F7-5878-29B6-37D6-36D71CFC615B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B93B296-93E3-933D-A508-6B56F71880B8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40E6FC4-2D70-C765-326A-CCDC657E8ECB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Cierre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evidencias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DC9CC0-339A-5226-38A4-D50B1EDDB78B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BCFEC80-9473-3DED-B9A0-3D11D009A3A6}"/>
              </a:ext>
            </a:extLst>
          </p:cNvPr>
          <p:cNvSpPr/>
          <p:nvPr/>
        </p:nvSpPr>
        <p:spPr>
          <a:xfrm>
            <a:off x="635000" y="1587499"/>
            <a:ext cx="14986000" cy="7251697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1375698-44B6-9CB1-0776-1D3A426081FA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C396E177-D875-266B-D6B9-79E74D5B8BD9}"/>
              </a:ext>
            </a:extLst>
          </p:cNvPr>
          <p:cNvSpPr/>
          <p:nvPr/>
        </p:nvSpPr>
        <p:spPr>
          <a:xfrm>
            <a:off x="741395" y="2177197"/>
            <a:ext cx="5142287" cy="4924871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0265C79F-9C1D-3E65-772F-C74EC3F46A34}"/>
              </a:ext>
            </a:extLst>
          </p:cNvPr>
          <p:cNvSpPr/>
          <p:nvPr/>
        </p:nvSpPr>
        <p:spPr>
          <a:xfrm>
            <a:off x="1828800" y="1657755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1: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Tunel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DMVPN</a:t>
            </a:r>
            <a:endParaRPr lang="en-US" sz="200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BF6F63F-62A4-9869-EEB2-30ED482E7FB4}"/>
              </a:ext>
            </a:extLst>
          </p:cNvPr>
          <p:cNvSpPr/>
          <p:nvPr/>
        </p:nvSpPr>
        <p:spPr>
          <a:xfrm>
            <a:off x="1168400" y="4301629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17253E07-0874-3B26-32B8-0C879F81A100}"/>
              </a:ext>
            </a:extLst>
          </p:cNvPr>
          <p:cNvSpPr/>
          <p:nvPr/>
        </p:nvSpPr>
        <p:spPr>
          <a:xfrm>
            <a:off x="1193800" y="5621186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0C023C85-228F-A8B6-80D9-C8C4D2F50633}"/>
              </a:ext>
            </a:extLst>
          </p:cNvPr>
          <p:cNvSpPr/>
          <p:nvPr/>
        </p:nvSpPr>
        <p:spPr>
          <a:xfrm>
            <a:off x="6107282" y="2175254"/>
            <a:ext cx="4856873" cy="4924871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C198A972-1140-E93E-22EF-CA906878DFD4}"/>
              </a:ext>
            </a:extLst>
          </p:cNvPr>
          <p:cNvSpPr/>
          <p:nvPr/>
        </p:nvSpPr>
        <p:spPr>
          <a:xfrm>
            <a:off x="6917447" y="1679534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2: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Vecindades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OSPF</a:t>
            </a:r>
            <a:endParaRPr lang="en-US" sz="200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87FB929B-8226-DF98-0381-542629A54DA9}"/>
              </a:ext>
            </a:extLst>
          </p:cNvPr>
          <p:cNvSpPr/>
          <p:nvPr/>
        </p:nvSpPr>
        <p:spPr>
          <a:xfrm>
            <a:off x="11154654" y="2184400"/>
            <a:ext cx="4918751" cy="4924871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D351F499-B141-131B-9948-5D50F9040785}"/>
              </a:ext>
            </a:extLst>
          </p:cNvPr>
          <p:cNvSpPr/>
          <p:nvPr/>
        </p:nvSpPr>
        <p:spPr>
          <a:xfrm>
            <a:off x="12677835" y="1673185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Test3: Rutas OSPF</a:t>
            </a:r>
            <a:endParaRPr lang="en-US" sz="200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7CCA00B-45E4-46D4-E670-283801E72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437" y="2458847"/>
            <a:ext cx="3826078" cy="592315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772C500-C409-9AA6-A4F7-5AA6976C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268" y="2988955"/>
            <a:ext cx="4856873" cy="469892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E92F327-4601-42ED-BCEF-7B4C34627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1421" y="2947764"/>
            <a:ext cx="3953165" cy="502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82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C0A0-9DFA-D1EB-25E5-8688CD23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DA61F0-F772-C89E-A5B6-B2E615420797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D245DC-A489-A7C7-1D05-37986DA165D8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568E59-A263-C3EC-30D6-68B1F9D83977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406C47-234C-5260-411D-DE41D776407C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6A2C3C-C542-001C-450C-C8626067052D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DB89A8F-FC20-5416-1E7F-13CE5E30498A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B25DAA-1065-49D3-059E-BF49EEBABDAF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2C425DD-AECB-7ED3-6916-ED0A0C128A8F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6B8CDDE-FAB1-0964-2A30-D4366D8B6E13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005652-361F-48A3-699E-3057F1C60C10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45D91F-871D-7FEA-2AD3-30CC4790E9E0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C90603-EF34-93A9-3F45-C7A92A7AF096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54D48D-6956-FF1C-9A2D-6F54A78C529C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92CCFB6-687F-C7FD-D49B-1AD6FA024367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FD3CCC-5C39-CFD8-7A94-EE563CE2967E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177E3FA-E475-7284-54BA-F1F3E8D2B075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C7CE75F-984B-F49C-6943-4AEE49FC0EDF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1D8996-4BBF-712C-4B33-8586E0E03890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F22D03-F36D-E23C-5059-CAC030FF3552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Cierre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evidencias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952791F-7282-237A-CB62-469C5BC2B7E5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421217D-F7E7-A0A2-D999-E9393CFB9997}"/>
              </a:ext>
            </a:extLst>
          </p:cNvPr>
          <p:cNvSpPr/>
          <p:nvPr/>
        </p:nvSpPr>
        <p:spPr>
          <a:xfrm>
            <a:off x="635000" y="1587499"/>
            <a:ext cx="14986000" cy="7251697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A330072-CE34-8BA0-0A12-8FE9063953D8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9E540BEC-A0F5-0765-CD1B-69AA0CE205DD}"/>
              </a:ext>
            </a:extLst>
          </p:cNvPr>
          <p:cNvSpPr/>
          <p:nvPr/>
        </p:nvSpPr>
        <p:spPr>
          <a:xfrm>
            <a:off x="741395" y="2177197"/>
            <a:ext cx="5142287" cy="4924871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F9354A7E-A54F-11C0-310D-7EA65F1B9606}"/>
              </a:ext>
            </a:extLst>
          </p:cNvPr>
          <p:cNvSpPr/>
          <p:nvPr/>
        </p:nvSpPr>
        <p:spPr>
          <a:xfrm>
            <a:off x="1828800" y="1657755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4: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Ipsec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Profice</a:t>
            </a:r>
            <a:endParaRPr lang="en-US" sz="200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FEF49F1C-1E75-31C1-C8E3-01163B44126C}"/>
              </a:ext>
            </a:extLst>
          </p:cNvPr>
          <p:cNvSpPr/>
          <p:nvPr/>
        </p:nvSpPr>
        <p:spPr>
          <a:xfrm>
            <a:off x="1168400" y="4301629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D7183801-DCF7-A6C9-773A-C9DA2E16EC79}"/>
              </a:ext>
            </a:extLst>
          </p:cNvPr>
          <p:cNvSpPr/>
          <p:nvPr/>
        </p:nvSpPr>
        <p:spPr>
          <a:xfrm>
            <a:off x="1193800" y="5621186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CB119D0E-4F92-2FDE-C229-A3FEF10FAFF2}"/>
              </a:ext>
            </a:extLst>
          </p:cNvPr>
          <p:cNvSpPr/>
          <p:nvPr/>
        </p:nvSpPr>
        <p:spPr>
          <a:xfrm>
            <a:off x="6107282" y="2773057"/>
            <a:ext cx="4856873" cy="4327068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C3765B3C-AE53-994B-ADE7-D2C7D37272FE}"/>
              </a:ext>
            </a:extLst>
          </p:cNvPr>
          <p:cNvSpPr/>
          <p:nvPr/>
        </p:nvSpPr>
        <p:spPr>
          <a:xfrm>
            <a:off x="6300550" y="1792485"/>
            <a:ext cx="4270308" cy="582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Test5: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Redundancia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VRRP + IP SLA</a:t>
            </a:r>
          </a:p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Track * OSPF Cost</a:t>
            </a:r>
            <a:endParaRPr lang="en-US" sz="200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9B8B4422-B2EE-3478-4ED1-B5613846ED19}"/>
              </a:ext>
            </a:extLst>
          </p:cNvPr>
          <p:cNvSpPr/>
          <p:nvPr/>
        </p:nvSpPr>
        <p:spPr>
          <a:xfrm>
            <a:off x="11154654" y="2184400"/>
            <a:ext cx="4918751" cy="4924871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67810613-F2B3-D781-0BA5-B06322DA9078}"/>
              </a:ext>
            </a:extLst>
          </p:cNvPr>
          <p:cNvSpPr/>
          <p:nvPr/>
        </p:nvSpPr>
        <p:spPr>
          <a:xfrm>
            <a:off x="12067229" y="1773931"/>
            <a:ext cx="2057400" cy="403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Test 6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Conectividad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Sedes</a:t>
            </a:r>
            <a:endParaRPr lang="en-US" sz="200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0310A98-E474-B717-BAA4-CCDB1CC1E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437" y="2458847"/>
            <a:ext cx="3826078" cy="592315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6FD190C-C74C-43E6-CC97-6F8446EA8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2" y="2773057"/>
            <a:ext cx="4708068" cy="543487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B9241CD-9C12-0D4B-D532-C2C83B57B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477" y="3126929"/>
            <a:ext cx="5622565" cy="507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33453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DF91F-1FF5-FA26-B550-B30210D5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1AB764-3EB7-7520-0CFF-734AA3871D12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33F94C-FB5E-6F94-4E6F-1EAB0F48FD02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260BE5-E03D-8270-9172-575A9FF5BD49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8A5E6E-635C-7E69-A4CA-6E09DF56C893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FB7751-3E4E-F5B5-64B1-009A13DCFF9E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4969BB-66DF-A4DE-E988-F94901304106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3D6720-79A0-2E39-94B2-B25ED3B9ABF1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D143BB-8AF3-A336-05D6-5F06018F5ED7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8EC45E6-2462-D1C7-99C4-9C8CF08D513D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8551AC-8B59-1A2F-E3F4-EEB453832FE8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6E5094-FFE1-3747-9853-102B2899E6E1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D3D4A79-F84A-0236-5698-DCC0718BA942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8819F3-7F18-77C3-00D1-F399DB076E97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1ECA79E-DDD8-6E46-5F01-1624FA62BE27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3F5F6F-C95E-E850-8626-42BFD71974B1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FA5011A-F14D-205F-F3FB-8B2C9A7C5EEA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F4778C-CD7B-17A2-470E-B5B127E22C88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18B93D-4C51-6FB2-F51C-7F11916090F4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8B0BEA-3E9E-A7F2-B5EC-5C906593389C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Cierre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evidencias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C688A37-170D-C473-D04F-7A42E7BEFB94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B3A0ED4-0053-B237-27EF-45E46B7C1DDA}"/>
              </a:ext>
            </a:extLst>
          </p:cNvPr>
          <p:cNvSpPr/>
          <p:nvPr/>
        </p:nvSpPr>
        <p:spPr>
          <a:xfrm>
            <a:off x="635000" y="1587499"/>
            <a:ext cx="14986000" cy="7251697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7666372-C929-78AE-65B2-1F2B4547FF3B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31A2CE95-BC37-B8AD-4BB1-120908986E85}"/>
              </a:ext>
            </a:extLst>
          </p:cNvPr>
          <p:cNvSpPr/>
          <p:nvPr/>
        </p:nvSpPr>
        <p:spPr>
          <a:xfrm>
            <a:off x="1193800" y="1631214"/>
            <a:ext cx="4435813" cy="526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8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Redundancia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Wan Caida Branch2</a:t>
            </a:r>
          </a:p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Asume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Branch 2 Bk </a:t>
            </a:r>
            <a:endParaRPr lang="en-US" sz="200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9DA687C-2DFC-5D85-72A0-5A97A734B827}"/>
              </a:ext>
            </a:extLst>
          </p:cNvPr>
          <p:cNvSpPr/>
          <p:nvPr/>
        </p:nvSpPr>
        <p:spPr>
          <a:xfrm>
            <a:off x="1168400" y="4301629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BB8CA9F6-DA28-9A75-DEAA-DA1A1DA3A40D}"/>
              </a:ext>
            </a:extLst>
          </p:cNvPr>
          <p:cNvSpPr/>
          <p:nvPr/>
        </p:nvSpPr>
        <p:spPr>
          <a:xfrm>
            <a:off x="1193800" y="5621186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7F28B51D-E99C-F31C-7156-98F897511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403493"/>
            <a:ext cx="5589866" cy="5444911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2F65C53-84BF-D61F-E5BE-915A4A04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687" y="1177210"/>
            <a:ext cx="5840625" cy="473672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A48C65C-C790-42D3-B03B-31197279C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4218535"/>
            <a:ext cx="3863675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9760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99B9-4538-C83D-3B28-EDFCAEFE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1BE81F-BC82-A392-9F61-A8F4DB886CE5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1511E1-5257-EFB4-2DFC-CAF7157E2F1C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49311A-A3B9-4026-F750-5F4BE7FBAAC8}"/>
              </a:ext>
            </a:extLst>
          </p:cNvPr>
          <p:cNvSpPr/>
          <p:nvPr/>
        </p:nvSpPr>
        <p:spPr>
          <a:xfrm>
            <a:off x="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E6A57A-DB62-93D6-CA69-8D8508D7289F}"/>
              </a:ext>
            </a:extLst>
          </p:cNvPr>
          <p:cNvSpPr/>
          <p:nvPr/>
        </p:nvSpPr>
        <p:spPr>
          <a:xfrm>
            <a:off x="203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F51564-3AFC-9F6C-4A30-8157BEC61488}"/>
              </a:ext>
            </a:extLst>
          </p:cNvPr>
          <p:cNvSpPr/>
          <p:nvPr/>
        </p:nvSpPr>
        <p:spPr>
          <a:xfrm>
            <a:off x="203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Topologia</a:t>
            </a:r>
            <a:endParaRPr lang="en-US"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96087C-25E2-A6C7-B849-06B6AE87C32C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E5C7D5-A9EF-52D0-D97E-041207F598E4}"/>
              </a:ext>
            </a:extLst>
          </p:cNvPr>
          <p:cNvSpPr/>
          <p:nvPr/>
        </p:nvSpPr>
        <p:spPr>
          <a:xfrm>
            <a:off x="406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OSPF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9727CAF-59CA-09A9-CF86-7D536254B8E6}"/>
              </a:ext>
            </a:extLst>
          </p:cNvPr>
          <p:cNvSpPr/>
          <p:nvPr/>
        </p:nvSpPr>
        <p:spPr>
          <a:xfrm>
            <a:off x="6096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326C52-D7A4-5B13-E36D-DE1E22B2DB8F}"/>
              </a:ext>
            </a:extLst>
          </p:cNvPr>
          <p:cNvSpPr/>
          <p:nvPr/>
        </p:nvSpPr>
        <p:spPr>
          <a:xfrm>
            <a:off x="609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BGP WAN</a:t>
            </a:r>
            <a:endParaRPr lang="en-US"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7E02C9B-A468-8AF9-E29A-463C0B0AB319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00FB50-AEE9-5B89-6D8A-C4D2F7FED8D0}"/>
              </a:ext>
            </a:extLst>
          </p:cNvPr>
          <p:cNvSpPr/>
          <p:nvPr/>
        </p:nvSpPr>
        <p:spPr>
          <a:xfrm>
            <a:off x="812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IPsec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6621F3-4258-CC4A-DCCB-27388727A6BC}"/>
              </a:ext>
            </a:extLst>
          </p:cNvPr>
          <p:cNvSpPr/>
          <p:nvPr/>
        </p:nvSpPr>
        <p:spPr>
          <a:xfrm>
            <a:off x="10160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41ACC6D-6BFD-F17F-6ACF-A959CC04970A}"/>
              </a:ext>
            </a:extLst>
          </p:cNvPr>
          <p:cNvSpPr/>
          <p:nvPr/>
        </p:nvSpPr>
        <p:spPr>
          <a:xfrm>
            <a:off x="1016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Pruebas</a:t>
            </a:r>
            <a:endParaRPr lang="en-US"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858BD5B-A078-298D-6D44-50C245466591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211AC0-EBAF-C89D-8829-D1BC14810FC6}"/>
              </a:ext>
            </a:extLst>
          </p:cNvPr>
          <p:cNvSpPr/>
          <p:nvPr/>
        </p:nvSpPr>
        <p:spPr>
          <a:xfrm>
            <a:off x="1219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Auto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2188A6-6A87-CDD4-9344-F80BEB3167B6}"/>
              </a:ext>
            </a:extLst>
          </p:cNvPr>
          <p:cNvSpPr/>
          <p:nvPr/>
        </p:nvSpPr>
        <p:spPr>
          <a:xfrm>
            <a:off x="1422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7D66E6-B4B0-16F0-4257-34BB36742C5A}"/>
              </a:ext>
            </a:extLst>
          </p:cNvPr>
          <p:cNvSpPr/>
          <p:nvPr/>
        </p:nvSpPr>
        <p:spPr>
          <a:xfrm>
            <a:off x="1422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Cierre</a:t>
            </a:r>
            <a:endParaRPr lang="en-US"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3BD1BDA-DEA5-A85D-02F9-085C4BE72840}"/>
              </a:ext>
            </a:extLst>
          </p:cNvPr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43FD842-42BA-1C38-37F2-49021BF80960}"/>
              </a:ext>
            </a:extLst>
          </p:cNvPr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Cierre y </a:t>
            </a:r>
            <a:r>
              <a:rPr lang="en-US" sz="3200" b="1" err="1">
                <a:solidFill>
                  <a:srgbClr val="8B1A1A"/>
                </a:solidFill>
                <a:latin typeface="QuattrocentoSans" pitchFamily="34" charset="0"/>
                <a:ea typeface="QuattrocentoSans"/>
                <a:cs typeface="QuattrocentoSans" pitchFamily="34" charset="-120"/>
              </a:rPr>
              <a:t>evidencias</a:t>
            </a:r>
            <a:endParaRPr lang="en-US" sz="3200">
              <a:latin typeface="QuattrocentoSan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4B4C41A-46BE-9259-5D4E-3066F6D9A352}"/>
              </a:ext>
            </a:extLst>
          </p:cNvPr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2CABD56-FADA-B1E8-E747-09501DE39B84}"/>
              </a:ext>
            </a:extLst>
          </p:cNvPr>
          <p:cNvSpPr/>
          <p:nvPr/>
        </p:nvSpPr>
        <p:spPr>
          <a:xfrm>
            <a:off x="635000" y="1587499"/>
            <a:ext cx="14986000" cy="7251697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366E672-05D6-AA12-020F-06A71ED5CB7C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4432E0E8-A986-22E5-A967-F557D9977E85}"/>
              </a:ext>
            </a:extLst>
          </p:cNvPr>
          <p:cNvSpPr/>
          <p:nvPr/>
        </p:nvSpPr>
        <p:spPr>
          <a:xfrm>
            <a:off x="1193800" y="1631214"/>
            <a:ext cx="4435813" cy="526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9 </a:t>
            </a: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Redundancia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CPE HQ</a:t>
            </a:r>
          </a:p>
          <a:p>
            <a:pPr>
              <a:lnSpc>
                <a:spcPct val="100000"/>
              </a:lnSpc>
            </a:pPr>
            <a:r>
              <a:rPr lang="en-US" sz="2400" b="1" err="1">
                <a:solidFill>
                  <a:srgbClr val="8B1A1A"/>
                </a:solidFill>
                <a:latin typeface="Quattrocento Sans" pitchFamily="34" charset="0"/>
              </a:rPr>
              <a:t>Asume</a:t>
            </a:r>
            <a:r>
              <a:rPr lang="en-US" sz="2400" b="1">
                <a:solidFill>
                  <a:srgbClr val="8B1A1A"/>
                </a:solidFill>
                <a:latin typeface="Quattrocento Sans" pitchFamily="34" charset="0"/>
              </a:rPr>
              <a:t> CPE HQ BK</a:t>
            </a:r>
            <a:endParaRPr lang="en-US" sz="200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B9316498-28E6-6DE9-EC5C-A8255D7815AF}"/>
              </a:ext>
            </a:extLst>
          </p:cNvPr>
          <p:cNvSpPr/>
          <p:nvPr/>
        </p:nvSpPr>
        <p:spPr>
          <a:xfrm>
            <a:off x="1168400" y="4301629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FECBC97-9DF6-D461-7189-7E9A01ED078C}"/>
              </a:ext>
            </a:extLst>
          </p:cNvPr>
          <p:cNvSpPr/>
          <p:nvPr/>
        </p:nvSpPr>
        <p:spPr>
          <a:xfrm>
            <a:off x="1193800" y="5621186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02A8A26-F346-5C57-A7E0-07600F14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96" y="2558614"/>
            <a:ext cx="5751304" cy="579798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A80004C-02A4-3EBA-7B91-47482E074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382" y="2157860"/>
            <a:ext cx="6261823" cy="579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4918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35</Slides>
  <Notes>35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6" baseType="lpstr"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Alta Disponibilidad con OSPF, BGP e IPsec</dc:title>
  <dc:subject>Alta Disponibilidad con OSPF, BGP e IPsec</dc:subject>
  <dc:creator>Kimi</dc:creator>
  <cp:revision>4</cp:revision>
  <dcterms:created xsi:type="dcterms:W3CDTF">2026-04-25T07:52:17Z</dcterms:created>
  <dcterms:modified xsi:type="dcterms:W3CDTF">2026-05-24T01:00:35Z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{"Label":"Alta Disponibilidad con OSPF, BGP e IPsec","ContentProducer":"001191110108MACG2KBH8F10000","ProduceID":"19dc37e9-37b2-8ed5-8000-00004726b426","ReservedCode1":"","ContentPropagator":"001191110108MACG2KBH8F20000","PropagateID":"19dc37e9-37b2-8ed5-8000-00004726b426","ReservedCode2":""}</vt:lpwstr>
  </property>
</Properties>
</file>